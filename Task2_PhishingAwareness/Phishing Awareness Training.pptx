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25" d="100"/>
          <a:sy n="25" d="100"/>
        </p:scale>
        <p:origin x="19" y="13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kelomo Oyewole" userId="36e1c32b5bc00e23" providerId="LiveId" clId="{1405F9DF-C9E9-47C2-9859-5B82915516ED}"/>
    <pc:docChg chg="undo custSel modSld">
      <pc:chgData name="Kikelomo Oyewole" userId="36e1c32b5bc00e23" providerId="LiveId" clId="{1405F9DF-C9E9-47C2-9859-5B82915516ED}" dt="2026-01-18T19:43:48.089" v="13" actId="26606"/>
      <pc:docMkLst>
        <pc:docMk/>
      </pc:docMkLst>
      <pc:sldChg chg="addSp delSp modSp mod setBg">
        <pc:chgData name="Kikelomo Oyewole" userId="36e1c32b5bc00e23" providerId="LiveId" clId="{1405F9DF-C9E9-47C2-9859-5B82915516ED}" dt="2026-01-18T19:40:51.598" v="0" actId="26606"/>
        <pc:sldMkLst>
          <pc:docMk/>
          <pc:sldMk cId="4085596628" sldId="257"/>
        </pc:sldMkLst>
        <pc:spChg chg="mod">
          <ac:chgData name="Kikelomo Oyewole" userId="36e1c32b5bc00e23" providerId="LiveId" clId="{1405F9DF-C9E9-47C2-9859-5B82915516ED}" dt="2026-01-18T19:40:51.598" v="0" actId="26606"/>
          <ac:spMkLst>
            <pc:docMk/>
            <pc:sldMk cId="4085596628" sldId="257"/>
            <ac:spMk id="2" creationId="{47DEB90C-4663-C51D-8756-E613DC774F63}"/>
          </ac:spMkLst>
        </pc:spChg>
        <pc:spChg chg="del">
          <ac:chgData name="Kikelomo Oyewole" userId="36e1c32b5bc00e23" providerId="LiveId" clId="{1405F9DF-C9E9-47C2-9859-5B82915516ED}" dt="2026-01-18T19:40:51.598" v="0" actId="26606"/>
          <ac:spMkLst>
            <pc:docMk/>
            <pc:sldMk cId="4085596628" sldId="257"/>
            <ac:spMk id="3" creationId="{D5527D0B-F832-980C-0407-3B36497B8E3F}"/>
          </ac:spMkLst>
        </pc:spChg>
        <pc:spChg chg="add">
          <ac:chgData name="Kikelomo Oyewole" userId="36e1c32b5bc00e23" providerId="LiveId" clId="{1405F9DF-C9E9-47C2-9859-5B82915516ED}" dt="2026-01-18T19:40:51.598" v="0" actId="26606"/>
          <ac:spMkLst>
            <pc:docMk/>
            <pc:sldMk cId="4085596628" sldId="257"/>
            <ac:spMk id="9" creationId="{BACC6370-2D7E-4714-9D71-7542949D7D5D}"/>
          </ac:spMkLst>
        </pc:spChg>
        <pc:spChg chg="add">
          <ac:chgData name="Kikelomo Oyewole" userId="36e1c32b5bc00e23" providerId="LiveId" clId="{1405F9DF-C9E9-47C2-9859-5B82915516ED}" dt="2026-01-18T19:40:51.598" v="0" actId="26606"/>
          <ac:spMkLst>
            <pc:docMk/>
            <pc:sldMk cId="4085596628" sldId="257"/>
            <ac:spMk id="11" creationId="{F68B3F68-107C-434F-AA38-110D5EA91B85}"/>
          </ac:spMkLst>
        </pc:spChg>
        <pc:spChg chg="add">
          <ac:chgData name="Kikelomo Oyewole" userId="36e1c32b5bc00e23" providerId="LiveId" clId="{1405F9DF-C9E9-47C2-9859-5B82915516ED}" dt="2026-01-18T19:40:51.598" v="0" actId="26606"/>
          <ac:spMkLst>
            <pc:docMk/>
            <pc:sldMk cId="4085596628" sldId="257"/>
            <ac:spMk id="13" creationId="{AAD0DBB9-1A4B-4391-81D4-CB19F9AB918A}"/>
          </ac:spMkLst>
        </pc:spChg>
        <pc:spChg chg="add">
          <ac:chgData name="Kikelomo Oyewole" userId="36e1c32b5bc00e23" providerId="LiveId" clId="{1405F9DF-C9E9-47C2-9859-5B82915516ED}" dt="2026-01-18T19:40:51.598" v="0" actId="26606"/>
          <ac:spMkLst>
            <pc:docMk/>
            <pc:sldMk cId="4085596628" sldId="257"/>
            <ac:spMk id="15" creationId="{063BBA22-50EA-4C4D-BE05-F1CE4E63AA56}"/>
          </ac:spMkLst>
        </pc:spChg>
        <pc:graphicFrameChg chg="add">
          <ac:chgData name="Kikelomo Oyewole" userId="36e1c32b5bc00e23" providerId="LiveId" clId="{1405F9DF-C9E9-47C2-9859-5B82915516ED}" dt="2026-01-18T19:40:51.598" v="0" actId="26606"/>
          <ac:graphicFrameMkLst>
            <pc:docMk/>
            <pc:sldMk cId="4085596628" sldId="257"/>
            <ac:graphicFrameMk id="5" creationId="{50AA34F9-BA5A-2EC1-5E54-0C3117BF93E7}"/>
          </ac:graphicFrameMkLst>
        </pc:graphicFrameChg>
      </pc:sldChg>
      <pc:sldChg chg="addSp delSp modSp mod setBg">
        <pc:chgData name="Kikelomo Oyewole" userId="36e1c32b5bc00e23" providerId="LiveId" clId="{1405F9DF-C9E9-47C2-9859-5B82915516ED}" dt="2026-01-18T19:41:16.863" v="1" actId="26606"/>
        <pc:sldMkLst>
          <pc:docMk/>
          <pc:sldMk cId="1601489340" sldId="258"/>
        </pc:sldMkLst>
        <pc:spChg chg="mod">
          <ac:chgData name="Kikelomo Oyewole" userId="36e1c32b5bc00e23" providerId="LiveId" clId="{1405F9DF-C9E9-47C2-9859-5B82915516ED}" dt="2026-01-18T19:41:16.863" v="1" actId="26606"/>
          <ac:spMkLst>
            <pc:docMk/>
            <pc:sldMk cId="1601489340" sldId="258"/>
            <ac:spMk id="2" creationId="{BCFFAA85-710D-98D7-C1BD-50906BDE5337}"/>
          </ac:spMkLst>
        </pc:spChg>
        <pc:spChg chg="del">
          <ac:chgData name="Kikelomo Oyewole" userId="36e1c32b5bc00e23" providerId="LiveId" clId="{1405F9DF-C9E9-47C2-9859-5B82915516ED}" dt="2026-01-18T19:41:16.863" v="1" actId="26606"/>
          <ac:spMkLst>
            <pc:docMk/>
            <pc:sldMk cId="1601489340" sldId="258"/>
            <ac:spMk id="3" creationId="{F2E3E7E5-05E1-6B2E-CD67-D45D0B34B882}"/>
          </ac:spMkLst>
        </pc:spChg>
        <pc:spChg chg="add">
          <ac:chgData name="Kikelomo Oyewole" userId="36e1c32b5bc00e23" providerId="LiveId" clId="{1405F9DF-C9E9-47C2-9859-5B82915516ED}" dt="2026-01-18T19:41:16.863" v="1" actId="26606"/>
          <ac:spMkLst>
            <pc:docMk/>
            <pc:sldMk cId="1601489340" sldId="258"/>
            <ac:spMk id="9" creationId="{AE2B703B-46F9-481A-A605-82E2A828C4FA}"/>
          </ac:spMkLst>
        </pc:spChg>
        <pc:spChg chg="add">
          <ac:chgData name="Kikelomo Oyewole" userId="36e1c32b5bc00e23" providerId="LiveId" clId="{1405F9DF-C9E9-47C2-9859-5B82915516ED}" dt="2026-01-18T19:41:16.863" v="1" actId="26606"/>
          <ac:spMkLst>
            <pc:docMk/>
            <pc:sldMk cId="1601489340" sldId="258"/>
            <ac:spMk id="11" creationId="{F13BE4D7-0C3D-4906-B230-A1C5B4665CCF}"/>
          </ac:spMkLst>
        </pc:spChg>
        <pc:graphicFrameChg chg="add">
          <ac:chgData name="Kikelomo Oyewole" userId="36e1c32b5bc00e23" providerId="LiveId" clId="{1405F9DF-C9E9-47C2-9859-5B82915516ED}" dt="2026-01-18T19:41:16.863" v="1" actId="26606"/>
          <ac:graphicFrameMkLst>
            <pc:docMk/>
            <pc:sldMk cId="1601489340" sldId="258"/>
            <ac:graphicFrameMk id="5" creationId="{E3663811-6A90-4A91-6313-D86BA8AB103F}"/>
          </ac:graphicFrameMkLst>
        </pc:graphicFrameChg>
      </pc:sldChg>
      <pc:sldChg chg="addSp delSp modSp mod setBg">
        <pc:chgData name="Kikelomo Oyewole" userId="36e1c32b5bc00e23" providerId="LiveId" clId="{1405F9DF-C9E9-47C2-9859-5B82915516ED}" dt="2026-01-18T19:41:31.746" v="2" actId="26606"/>
        <pc:sldMkLst>
          <pc:docMk/>
          <pc:sldMk cId="1571787920" sldId="259"/>
        </pc:sldMkLst>
        <pc:spChg chg="mod">
          <ac:chgData name="Kikelomo Oyewole" userId="36e1c32b5bc00e23" providerId="LiveId" clId="{1405F9DF-C9E9-47C2-9859-5B82915516ED}" dt="2026-01-18T19:41:31.746" v="2" actId="26606"/>
          <ac:spMkLst>
            <pc:docMk/>
            <pc:sldMk cId="1571787920" sldId="259"/>
            <ac:spMk id="2" creationId="{7F17A962-E9AC-0E1C-0846-89B7E906B900}"/>
          </ac:spMkLst>
        </pc:spChg>
        <pc:spChg chg="del">
          <ac:chgData name="Kikelomo Oyewole" userId="36e1c32b5bc00e23" providerId="LiveId" clId="{1405F9DF-C9E9-47C2-9859-5B82915516ED}" dt="2026-01-18T19:41:31.746" v="2" actId="26606"/>
          <ac:spMkLst>
            <pc:docMk/>
            <pc:sldMk cId="1571787920" sldId="259"/>
            <ac:spMk id="3" creationId="{91AEAD92-4497-E823-0675-5CA90DA4A4AC}"/>
          </ac:spMkLst>
        </pc:spChg>
        <pc:spChg chg="add">
          <ac:chgData name="Kikelomo Oyewole" userId="36e1c32b5bc00e23" providerId="LiveId" clId="{1405F9DF-C9E9-47C2-9859-5B82915516ED}" dt="2026-01-18T19:41:31.746" v="2" actId="26606"/>
          <ac:spMkLst>
            <pc:docMk/>
            <pc:sldMk cId="1571787920" sldId="259"/>
            <ac:spMk id="9" creationId="{AE2B703B-46F9-481A-A605-82E2A828C4FA}"/>
          </ac:spMkLst>
        </pc:spChg>
        <pc:spChg chg="add">
          <ac:chgData name="Kikelomo Oyewole" userId="36e1c32b5bc00e23" providerId="LiveId" clId="{1405F9DF-C9E9-47C2-9859-5B82915516ED}" dt="2026-01-18T19:41:31.746" v="2" actId="26606"/>
          <ac:spMkLst>
            <pc:docMk/>
            <pc:sldMk cId="1571787920" sldId="259"/>
            <ac:spMk id="11" creationId="{F13BE4D7-0C3D-4906-B230-A1C5B4665CCF}"/>
          </ac:spMkLst>
        </pc:spChg>
        <pc:graphicFrameChg chg="add">
          <ac:chgData name="Kikelomo Oyewole" userId="36e1c32b5bc00e23" providerId="LiveId" clId="{1405F9DF-C9E9-47C2-9859-5B82915516ED}" dt="2026-01-18T19:41:31.746" v="2" actId="26606"/>
          <ac:graphicFrameMkLst>
            <pc:docMk/>
            <pc:sldMk cId="1571787920" sldId="259"/>
            <ac:graphicFrameMk id="5" creationId="{D66E4363-802D-9DF9-F4AD-AABD4E625358}"/>
          </ac:graphicFrameMkLst>
        </pc:graphicFrameChg>
      </pc:sldChg>
      <pc:sldChg chg="addSp delSp modSp mod setBg">
        <pc:chgData name="Kikelomo Oyewole" userId="36e1c32b5bc00e23" providerId="LiveId" clId="{1405F9DF-C9E9-47C2-9859-5B82915516ED}" dt="2026-01-18T19:41:45.858" v="5" actId="26606"/>
        <pc:sldMkLst>
          <pc:docMk/>
          <pc:sldMk cId="1914885245" sldId="260"/>
        </pc:sldMkLst>
        <pc:spChg chg="mod">
          <ac:chgData name="Kikelomo Oyewole" userId="36e1c32b5bc00e23" providerId="LiveId" clId="{1405F9DF-C9E9-47C2-9859-5B82915516ED}" dt="2026-01-18T19:41:45.858" v="5" actId="26606"/>
          <ac:spMkLst>
            <pc:docMk/>
            <pc:sldMk cId="1914885245" sldId="260"/>
            <ac:spMk id="2" creationId="{4290161A-90D2-74AB-C7AB-802336F7CE97}"/>
          </ac:spMkLst>
        </pc:spChg>
        <pc:spChg chg="add del">
          <ac:chgData name="Kikelomo Oyewole" userId="36e1c32b5bc00e23" providerId="LiveId" clId="{1405F9DF-C9E9-47C2-9859-5B82915516ED}" dt="2026-01-18T19:41:45.858" v="5" actId="26606"/>
          <ac:spMkLst>
            <pc:docMk/>
            <pc:sldMk cId="1914885245" sldId="260"/>
            <ac:spMk id="3" creationId="{4E7577B9-FA5A-E6BC-114E-5D5FF795DB40}"/>
          </ac:spMkLst>
        </pc:spChg>
        <pc:spChg chg="add del">
          <ac:chgData name="Kikelomo Oyewole" userId="36e1c32b5bc00e23" providerId="LiveId" clId="{1405F9DF-C9E9-47C2-9859-5B82915516ED}" dt="2026-01-18T19:41:45.816" v="4" actId="26606"/>
          <ac:spMkLst>
            <pc:docMk/>
            <pc:sldMk cId="1914885245" sldId="260"/>
            <ac:spMk id="9" creationId="{AE2B703B-46F9-481A-A605-82E2A828C4FA}"/>
          </ac:spMkLst>
        </pc:spChg>
        <pc:spChg chg="add del">
          <ac:chgData name="Kikelomo Oyewole" userId="36e1c32b5bc00e23" providerId="LiveId" clId="{1405F9DF-C9E9-47C2-9859-5B82915516ED}" dt="2026-01-18T19:41:45.816" v="4" actId="26606"/>
          <ac:spMkLst>
            <pc:docMk/>
            <pc:sldMk cId="1914885245" sldId="260"/>
            <ac:spMk id="11" creationId="{F13BE4D7-0C3D-4906-B230-A1C5B4665CCF}"/>
          </ac:spMkLst>
        </pc:spChg>
        <pc:spChg chg="add">
          <ac:chgData name="Kikelomo Oyewole" userId="36e1c32b5bc00e23" providerId="LiveId" clId="{1405F9DF-C9E9-47C2-9859-5B82915516ED}" dt="2026-01-18T19:41:45.858" v="5" actId="26606"/>
          <ac:spMkLst>
            <pc:docMk/>
            <pc:sldMk cId="1914885245" sldId="260"/>
            <ac:spMk id="13" creationId="{D2C0AE1C-0118-41AE-8A10-7CDCBF10E96F}"/>
          </ac:spMkLst>
        </pc:spChg>
        <pc:spChg chg="add">
          <ac:chgData name="Kikelomo Oyewole" userId="36e1c32b5bc00e23" providerId="LiveId" clId="{1405F9DF-C9E9-47C2-9859-5B82915516ED}" dt="2026-01-18T19:41:45.858" v="5" actId="26606"/>
          <ac:spMkLst>
            <pc:docMk/>
            <pc:sldMk cId="1914885245" sldId="260"/>
            <ac:spMk id="14" creationId="{7517A47C-B2E5-4B79-8061-D74B1311AF6E}"/>
          </ac:spMkLst>
        </pc:spChg>
        <pc:spChg chg="add">
          <ac:chgData name="Kikelomo Oyewole" userId="36e1c32b5bc00e23" providerId="LiveId" clId="{1405F9DF-C9E9-47C2-9859-5B82915516ED}" dt="2026-01-18T19:41:45.858" v="5" actId="26606"/>
          <ac:spMkLst>
            <pc:docMk/>
            <pc:sldMk cId="1914885245" sldId="260"/>
            <ac:spMk id="15" creationId="{463EEC44-1BA3-44ED-81FC-A644B04B2A44}"/>
          </ac:spMkLst>
        </pc:spChg>
        <pc:spChg chg="add">
          <ac:chgData name="Kikelomo Oyewole" userId="36e1c32b5bc00e23" providerId="LiveId" clId="{1405F9DF-C9E9-47C2-9859-5B82915516ED}" dt="2026-01-18T19:41:45.858" v="5" actId="26606"/>
          <ac:spMkLst>
            <pc:docMk/>
            <pc:sldMk cId="1914885245" sldId="260"/>
            <ac:spMk id="16" creationId="{C505E780-2083-4CB5-A42A-5E0E2908ECC3}"/>
          </ac:spMkLst>
        </pc:spChg>
        <pc:graphicFrameChg chg="add del">
          <ac:chgData name="Kikelomo Oyewole" userId="36e1c32b5bc00e23" providerId="LiveId" clId="{1405F9DF-C9E9-47C2-9859-5B82915516ED}" dt="2026-01-18T19:41:45.816" v="4" actId="26606"/>
          <ac:graphicFrameMkLst>
            <pc:docMk/>
            <pc:sldMk cId="1914885245" sldId="260"/>
            <ac:graphicFrameMk id="5" creationId="{5D1933BF-0877-CA9F-9119-D0029FF1FAC4}"/>
          </ac:graphicFrameMkLst>
        </pc:graphicFrameChg>
        <pc:graphicFrameChg chg="add">
          <ac:chgData name="Kikelomo Oyewole" userId="36e1c32b5bc00e23" providerId="LiveId" clId="{1405F9DF-C9E9-47C2-9859-5B82915516ED}" dt="2026-01-18T19:41:45.858" v="5" actId="26606"/>
          <ac:graphicFrameMkLst>
            <pc:docMk/>
            <pc:sldMk cId="1914885245" sldId="260"/>
            <ac:graphicFrameMk id="17" creationId="{EF6AC358-AA69-7755-D15D-52F74F4D6A0B}"/>
          </ac:graphicFrameMkLst>
        </pc:graphicFrameChg>
      </pc:sldChg>
      <pc:sldChg chg="addSp delSp modSp mod setBg">
        <pc:chgData name="Kikelomo Oyewole" userId="36e1c32b5bc00e23" providerId="LiveId" clId="{1405F9DF-C9E9-47C2-9859-5B82915516ED}" dt="2026-01-18T19:41:58.506" v="6" actId="26606"/>
        <pc:sldMkLst>
          <pc:docMk/>
          <pc:sldMk cId="2320072025" sldId="261"/>
        </pc:sldMkLst>
        <pc:spChg chg="mod">
          <ac:chgData name="Kikelomo Oyewole" userId="36e1c32b5bc00e23" providerId="LiveId" clId="{1405F9DF-C9E9-47C2-9859-5B82915516ED}" dt="2026-01-18T19:41:58.506" v="6" actId="26606"/>
          <ac:spMkLst>
            <pc:docMk/>
            <pc:sldMk cId="2320072025" sldId="261"/>
            <ac:spMk id="2" creationId="{AC5659A7-6CD8-E516-1783-4AAFF718CA7D}"/>
          </ac:spMkLst>
        </pc:spChg>
        <pc:spChg chg="del">
          <ac:chgData name="Kikelomo Oyewole" userId="36e1c32b5bc00e23" providerId="LiveId" clId="{1405F9DF-C9E9-47C2-9859-5B82915516ED}" dt="2026-01-18T19:41:58.506" v="6" actId="26606"/>
          <ac:spMkLst>
            <pc:docMk/>
            <pc:sldMk cId="2320072025" sldId="261"/>
            <ac:spMk id="3" creationId="{44C322F4-B28B-4FFC-9EB6-1BA023A0A45C}"/>
          </ac:spMkLst>
        </pc:spChg>
        <pc:spChg chg="add">
          <ac:chgData name="Kikelomo Oyewole" userId="36e1c32b5bc00e23" providerId="LiveId" clId="{1405F9DF-C9E9-47C2-9859-5B82915516ED}" dt="2026-01-18T19:41:58.506" v="6" actId="26606"/>
          <ac:spMkLst>
            <pc:docMk/>
            <pc:sldMk cId="2320072025" sldId="261"/>
            <ac:spMk id="9" creationId="{7517A47C-B2E5-4B79-8061-D74B1311AF6E}"/>
          </ac:spMkLst>
        </pc:spChg>
        <pc:spChg chg="add">
          <ac:chgData name="Kikelomo Oyewole" userId="36e1c32b5bc00e23" providerId="LiveId" clId="{1405F9DF-C9E9-47C2-9859-5B82915516ED}" dt="2026-01-18T19:41:58.506" v="6" actId="26606"/>
          <ac:spMkLst>
            <pc:docMk/>
            <pc:sldMk cId="2320072025" sldId="261"/>
            <ac:spMk id="11" creationId="{C505E780-2083-4CB5-A42A-5E0E2908ECC3}"/>
          </ac:spMkLst>
        </pc:spChg>
        <pc:spChg chg="add">
          <ac:chgData name="Kikelomo Oyewole" userId="36e1c32b5bc00e23" providerId="LiveId" clId="{1405F9DF-C9E9-47C2-9859-5B82915516ED}" dt="2026-01-18T19:41:58.506" v="6" actId="26606"/>
          <ac:spMkLst>
            <pc:docMk/>
            <pc:sldMk cId="2320072025" sldId="261"/>
            <ac:spMk id="13" creationId="{D2C0AE1C-0118-41AE-8A10-7CDCBF10E96F}"/>
          </ac:spMkLst>
        </pc:spChg>
        <pc:spChg chg="add">
          <ac:chgData name="Kikelomo Oyewole" userId="36e1c32b5bc00e23" providerId="LiveId" clId="{1405F9DF-C9E9-47C2-9859-5B82915516ED}" dt="2026-01-18T19:41:58.506" v="6" actId="26606"/>
          <ac:spMkLst>
            <pc:docMk/>
            <pc:sldMk cId="2320072025" sldId="261"/>
            <ac:spMk id="15" creationId="{463EEC44-1BA3-44ED-81FC-A644B04B2A44}"/>
          </ac:spMkLst>
        </pc:spChg>
        <pc:graphicFrameChg chg="add">
          <ac:chgData name="Kikelomo Oyewole" userId="36e1c32b5bc00e23" providerId="LiveId" clId="{1405F9DF-C9E9-47C2-9859-5B82915516ED}" dt="2026-01-18T19:41:58.506" v="6" actId="26606"/>
          <ac:graphicFrameMkLst>
            <pc:docMk/>
            <pc:sldMk cId="2320072025" sldId="261"/>
            <ac:graphicFrameMk id="5" creationId="{41A0F0D5-EBB0-22CA-60E5-AF6E4E5BAE68}"/>
          </ac:graphicFrameMkLst>
        </pc:graphicFrameChg>
      </pc:sldChg>
      <pc:sldChg chg="addSp delSp modSp mod setBg">
        <pc:chgData name="Kikelomo Oyewole" userId="36e1c32b5bc00e23" providerId="LiveId" clId="{1405F9DF-C9E9-47C2-9859-5B82915516ED}" dt="2026-01-18T19:42:20.257" v="7" actId="26606"/>
        <pc:sldMkLst>
          <pc:docMk/>
          <pc:sldMk cId="3463126426" sldId="262"/>
        </pc:sldMkLst>
        <pc:spChg chg="mod">
          <ac:chgData name="Kikelomo Oyewole" userId="36e1c32b5bc00e23" providerId="LiveId" clId="{1405F9DF-C9E9-47C2-9859-5B82915516ED}" dt="2026-01-18T19:42:20.257" v="7" actId="26606"/>
          <ac:spMkLst>
            <pc:docMk/>
            <pc:sldMk cId="3463126426" sldId="262"/>
            <ac:spMk id="2" creationId="{24728126-06AD-FA5F-CC9E-33F6B1317995}"/>
          </ac:spMkLst>
        </pc:spChg>
        <pc:spChg chg="del">
          <ac:chgData name="Kikelomo Oyewole" userId="36e1c32b5bc00e23" providerId="LiveId" clId="{1405F9DF-C9E9-47C2-9859-5B82915516ED}" dt="2026-01-18T19:42:20.257" v="7" actId="26606"/>
          <ac:spMkLst>
            <pc:docMk/>
            <pc:sldMk cId="3463126426" sldId="262"/>
            <ac:spMk id="3" creationId="{E794D729-8E78-DC8E-0E83-94F4AD2255B9}"/>
          </ac:spMkLst>
        </pc:spChg>
        <pc:spChg chg="add">
          <ac:chgData name="Kikelomo Oyewole" userId="36e1c32b5bc00e23" providerId="LiveId" clId="{1405F9DF-C9E9-47C2-9859-5B82915516ED}" dt="2026-01-18T19:42:20.257" v="7" actId="26606"/>
          <ac:spMkLst>
            <pc:docMk/>
            <pc:sldMk cId="3463126426" sldId="262"/>
            <ac:spMk id="9" creationId="{7517A47C-B2E5-4B79-8061-D74B1311AF6E}"/>
          </ac:spMkLst>
        </pc:spChg>
        <pc:spChg chg="add">
          <ac:chgData name="Kikelomo Oyewole" userId="36e1c32b5bc00e23" providerId="LiveId" clId="{1405F9DF-C9E9-47C2-9859-5B82915516ED}" dt="2026-01-18T19:42:20.257" v="7" actId="26606"/>
          <ac:spMkLst>
            <pc:docMk/>
            <pc:sldMk cId="3463126426" sldId="262"/>
            <ac:spMk id="11" creationId="{C505E780-2083-4CB5-A42A-5E0E2908ECC3}"/>
          </ac:spMkLst>
        </pc:spChg>
        <pc:spChg chg="add">
          <ac:chgData name="Kikelomo Oyewole" userId="36e1c32b5bc00e23" providerId="LiveId" clId="{1405F9DF-C9E9-47C2-9859-5B82915516ED}" dt="2026-01-18T19:42:20.257" v="7" actId="26606"/>
          <ac:spMkLst>
            <pc:docMk/>
            <pc:sldMk cId="3463126426" sldId="262"/>
            <ac:spMk id="13" creationId="{D2C0AE1C-0118-41AE-8A10-7CDCBF10E96F}"/>
          </ac:spMkLst>
        </pc:spChg>
        <pc:spChg chg="add">
          <ac:chgData name="Kikelomo Oyewole" userId="36e1c32b5bc00e23" providerId="LiveId" clId="{1405F9DF-C9E9-47C2-9859-5B82915516ED}" dt="2026-01-18T19:42:20.257" v="7" actId="26606"/>
          <ac:spMkLst>
            <pc:docMk/>
            <pc:sldMk cId="3463126426" sldId="262"/>
            <ac:spMk id="15" creationId="{463EEC44-1BA3-44ED-81FC-A644B04B2A44}"/>
          </ac:spMkLst>
        </pc:spChg>
        <pc:graphicFrameChg chg="add">
          <ac:chgData name="Kikelomo Oyewole" userId="36e1c32b5bc00e23" providerId="LiveId" clId="{1405F9DF-C9E9-47C2-9859-5B82915516ED}" dt="2026-01-18T19:42:20.257" v="7" actId="26606"/>
          <ac:graphicFrameMkLst>
            <pc:docMk/>
            <pc:sldMk cId="3463126426" sldId="262"/>
            <ac:graphicFrameMk id="5" creationId="{EDB93C86-93B6-B3B5-3D21-034464368563}"/>
          </ac:graphicFrameMkLst>
        </pc:graphicFrameChg>
      </pc:sldChg>
      <pc:sldChg chg="addSp delSp modSp mod setBg">
        <pc:chgData name="Kikelomo Oyewole" userId="36e1c32b5bc00e23" providerId="LiveId" clId="{1405F9DF-C9E9-47C2-9859-5B82915516ED}" dt="2026-01-18T19:42:35.932" v="8" actId="26606"/>
        <pc:sldMkLst>
          <pc:docMk/>
          <pc:sldMk cId="3230313888" sldId="263"/>
        </pc:sldMkLst>
        <pc:spChg chg="mod">
          <ac:chgData name="Kikelomo Oyewole" userId="36e1c32b5bc00e23" providerId="LiveId" clId="{1405F9DF-C9E9-47C2-9859-5B82915516ED}" dt="2026-01-18T19:42:35.932" v="8" actId="26606"/>
          <ac:spMkLst>
            <pc:docMk/>
            <pc:sldMk cId="3230313888" sldId="263"/>
            <ac:spMk id="2" creationId="{7BCE0E12-21D3-D61C-1D5D-149C3A99256B}"/>
          </ac:spMkLst>
        </pc:spChg>
        <pc:spChg chg="del">
          <ac:chgData name="Kikelomo Oyewole" userId="36e1c32b5bc00e23" providerId="LiveId" clId="{1405F9DF-C9E9-47C2-9859-5B82915516ED}" dt="2026-01-18T19:42:35.932" v="8" actId="26606"/>
          <ac:spMkLst>
            <pc:docMk/>
            <pc:sldMk cId="3230313888" sldId="263"/>
            <ac:spMk id="3" creationId="{F355E7AC-E997-FD0B-7FB4-394DA26D40CA}"/>
          </ac:spMkLst>
        </pc:spChg>
        <pc:spChg chg="add">
          <ac:chgData name="Kikelomo Oyewole" userId="36e1c32b5bc00e23" providerId="LiveId" clId="{1405F9DF-C9E9-47C2-9859-5B82915516ED}" dt="2026-01-18T19:42:35.932" v="8" actId="26606"/>
          <ac:spMkLst>
            <pc:docMk/>
            <pc:sldMk cId="3230313888" sldId="263"/>
            <ac:spMk id="9" creationId="{7517A47C-B2E5-4B79-8061-D74B1311AF6E}"/>
          </ac:spMkLst>
        </pc:spChg>
        <pc:spChg chg="add">
          <ac:chgData name="Kikelomo Oyewole" userId="36e1c32b5bc00e23" providerId="LiveId" clId="{1405F9DF-C9E9-47C2-9859-5B82915516ED}" dt="2026-01-18T19:42:35.932" v="8" actId="26606"/>
          <ac:spMkLst>
            <pc:docMk/>
            <pc:sldMk cId="3230313888" sldId="263"/>
            <ac:spMk id="11" creationId="{C505E780-2083-4CB5-A42A-5E0E2908ECC3}"/>
          </ac:spMkLst>
        </pc:spChg>
        <pc:spChg chg="add">
          <ac:chgData name="Kikelomo Oyewole" userId="36e1c32b5bc00e23" providerId="LiveId" clId="{1405F9DF-C9E9-47C2-9859-5B82915516ED}" dt="2026-01-18T19:42:35.932" v="8" actId="26606"/>
          <ac:spMkLst>
            <pc:docMk/>
            <pc:sldMk cId="3230313888" sldId="263"/>
            <ac:spMk id="13" creationId="{D2C0AE1C-0118-41AE-8A10-7CDCBF10E96F}"/>
          </ac:spMkLst>
        </pc:spChg>
        <pc:spChg chg="add">
          <ac:chgData name="Kikelomo Oyewole" userId="36e1c32b5bc00e23" providerId="LiveId" clId="{1405F9DF-C9E9-47C2-9859-5B82915516ED}" dt="2026-01-18T19:42:35.932" v="8" actId="26606"/>
          <ac:spMkLst>
            <pc:docMk/>
            <pc:sldMk cId="3230313888" sldId="263"/>
            <ac:spMk id="15" creationId="{463EEC44-1BA3-44ED-81FC-A644B04B2A44}"/>
          </ac:spMkLst>
        </pc:spChg>
        <pc:graphicFrameChg chg="add">
          <ac:chgData name="Kikelomo Oyewole" userId="36e1c32b5bc00e23" providerId="LiveId" clId="{1405F9DF-C9E9-47C2-9859-5B82915516ED}" dt="2026-01-18T19:42:35.932" v="8" actId="26606"/>
          <ac:graphicFrameMkLst>
            <pc:docMk/>
            <pc:sldMk cId="3230313888" sldId="263"/>
            <ac:graphicFrameMk id="5" creationId="{B8F4BA36-CB26-131B-461F-395CF21FB755}"/>
          </ac:graphicFrameMkLst>
        </pc:graphicFrameChg>
      </pc:sldChg>
      <pc:sldChg chg="addSp delSp modSp mod setBg">
        <pc:chgData name="Kikelomo Oyewole" userId="36e1c32b5bc00e23" providerId="LiveId" clId="{1405F9DF-C9E9-47C2-9859-5B82915516ED}" dt="2026-01-18T19:42:46.493" v="9" actId="26606"/>
        <pc:sldMkLst>
          <pc:docMk/>
          <pc:sldMk cId="2168085951" sldId="264"/>
        </pc:sldMkLst>
        <pc:spChg chg="mod">
          <ac:chgData name="Kikelomo Oyewole" userId="36e1c32b5bc00e23" providerId="LiveId" clId="{1405F9DF-C9E9-47C2-9859-5B82915516ED}" dt="2026-01-18T19:42:46.493" v="9" actId="26606"/>
          <ac:spMkLst>
            <pc:docMk/>
            <pc:sldMk cId="2168085951" sldId="264"/>
            <ac:spMk id="2" creationId="{7A31026E-0948-0964-23D4-7F2B0A8F518B}"/>
          </ac:spMkLst>
        </pc:spChg>
        <pc:spChg chg="del">
          <ac:chgData name="Kikelomo Oyewole" userId="36e1c32b5bc00e23" providerId="LiveId" clId="{1405F9DF-C9E9-47C2-9859-5B82915516ED}" dt="2026-01-18T19:42:46.493" v="9" actId="26606"/>
          <ac:spMkLst>
            <pc:docMk/>
            <pc:sldMk cId="2168085951" sldId="264"/>
            <ac:spMk id="3" creationId="{20260E05-4A96-1F79-EA69-B8B04F6906B3}"/>
          </ac:spMkLst>
        </pc:spChg>
        <pc:spChg chg="add">
          <ac:chgData name="Kikelomo Oyewole" userId="36e1c32b5bc00e23" providerId="LiveId" clId="{1405F9DF-C9E9-47C2-9859-5B82915516ED}" dt="2026-01-18T19:42:46.493" v="9" actId="26606"/>
          <ac:spMkLst>
            <pc:docMk/>
            <pc:sldMk cId="2168085951" sldId="264"/>
            <ac:spMk id="9" creationId="{7517A47C-B2E5-4B79-8061-D74B1311AF6E}"/>
          </ac:spMkLst>
        </pc:spChg>
        <pc:spChg chg="add">
          <ac:chgData name="Kikelomo Oyewole" userId="36e1c32b5bc00e23" providerId="LiveId" clId="{1405F9DF-C9E9-47C2-9859-5B82915516ED}" dt="2026-01-18T19:42:46.493" v="9" actId="26606"/>
          <ac:spMkLst>
            <pc:docMk/>
            <pc:sldMk cId="2168085951" sldId="264"/>
            <ac:spMk id="11" creationId="{C505E780-2083-4CB5-A42A-5E0E2908ECC3}"/>
          </ac:spMkLst>
        </pc:spChg>
        <pc:spChg chg="add">
          <ac:chgData name="Kikelomo Oyewole" userId="36e1c32b5bc00e23" providerId="LiveId" clId="{1405F9DF-C9E9-47C2-9859-5B82915516ED}" dt="2026-01-18T19:42:46.493" v="9" actId="26606"/>
          <ac:spMkLst>
            <pc:docMk/>
            <pc:sldMk cId="2168085951" sldId="264"/>
            <ac:spMk id="13" creationId="{D2C0AE1C-0118-41AE-8A10-7CDCBF10E96F}"/>
          </ac:spMkLst>
        </pc:spChg>
        <pc:spChg chg="add">
          <ac:chgData name="Kikelomo Oyewole" userId="36e1c32b5bc00e23" providerId="LiveId" clId="{1405F9DF-C9E9-47C2-9859-5B82915516ED}" dt="2026-01-18T19:42:46.493" v="9" actId="26606"/>
          <ac:spMkLst>
            <pc:docMk/>
            <pc:sldMk cId="2168085951" sldId="264"/>
            <ac:spMk id="15" creationId="{463EEC44-1BA3-44ED-81FC-A644B04B2A44}"/>
          </ac:spMkLst>
        </pc:spChg>
        <pc:graphicFrameChg chg="add">
          <ac:chgData name="Kikelomo Oyewole" userId="36e1c32b5bc00e23" providerId="LiveId" clId="{1405F9DF-C9E9-47C2-9859-5B82915516ED}" dt="2026-01-18T19:42:46.493" v="9" actId="26606"/>
          <ac:graphicFrameMkLst>
            <pc:docMk/>
            <pc:sldMk cId="2168085951" sldId="264"/>
            <ac:graphicFrameMk id="5" creationId="{FBDAE538-AD46-56CD-CFE1-875BCD0258C5}"/>
          </ac:graphicFrameMkLst>
        </pc:graphicFrameChg>
      </pc:sldChg>
      <pc:sldChg chg="addSp modSp mod setBg">
        <pc:chgData name="Kikelomo Oyewole" userId="36e1c32b5bc00e23" providerId="LiveId" clId="{1405F9DF-C9E9-47C2-9859-5B82915516ED}" dt="2026-01-18T19:43:48.089" v="13" actId="26606"/>
        <pc:sldMkLst>
          <pc:docMk/>
          <pc:sldMk cId="734214531" sldId="265"/>
        </pc:sldMkLst>
        <pc:spChg chg="mod">
          <ac:chgData name="Kikelomo Oyewole" userId="36e1c32b5bc00e23" providerId="LiveId" clId="{1405F9DF-C9E9-47C2-9859-5B82915516ED}" dt="2026-01-18T19:43:48.089" v="13" actId="26606"/>
          <ac:spMkLst>
            <pc:docMk/>
            <pc:sldMk cId="734214531" sldId="265"/>
            <ac:spMk id="2" creationId="{E3D54E77-8A5A-3F04-B659-46034B9967A2}"/>
          </ac:spMkLst>
        </pc:spChg>
        <pc:spChg chg="mod">
          <ac:chgData name="Kikelomo Oyewole" userId="36e1c32b5bc00e23" providerId="LiveId" clId="{1405F9DF-C9E9-47C2-9859-5B82915516ED}" dt="2026-01-18T19:43:48.089" v="13" actId="26606"/>
          <ac:spMkLst>
            <pc:docMk/>
            <pc:sldMk cId="734214531" sldId="265"/>
            <ac:spMk id="3" creationId="{FFA13F40-9E89-81DB-CBD0-F32C721774A6}"/>
          </ac:spMkLst>
        </pc:spChg>
        <pc:spChg chg="add">
          <ac:chgData name="Kikelomo Oyewole" userId="36e1c32b5bc00e23" providerId="LiveId" clId="{1405F9DF-C9E9-47C2-9859-5B82915516ED}" dt="2026-01-18T19:43:48.089" v="13" actId="26606"/>
          <ac:spMkLst>
            <pc:docMk/>
            <pc:sldMk cId="734214531" sldId="265"/>
            <ac:spMk id="9" creationId="{AE3A741D-C19B-960A-5803-1C5887147820}"/>
          </ac:spMkLst>
        </pc:spChg>
        <pc:spChg chg="add">
          <ac:chgData name="Kikelomo Oyewole" userId="36e1c32b5bc00e23" providerId="LiveId" clId="{1405F9DF-C9E9-47C2-9859-5B82915516ED}" dt="2026-01-18T19:43:48.089" v="13" actId="26606"/>
          <ac:spMkLst>
            <pc:docMk/>
            <pc:sldMk cId="734214531" sldId="265"/>
            <ac:spMk id="11" creationId="{DC39DE25-0E4E-0AA7-0932-1D78C2372786}"/>
          </ac:spMkLst>
        </pc:spChg>
        <pc:spChg chg="add">
          <ac:chgData name="Kikelomo Oyewole" userId="36e1c32b5bc00e23" providerId="LiveId" clId="{1405F9DF-C9E9-47C2-9859-5B82915516ED}" dt="2026-01-18T19:43:48.089" v="13" actId="26606"/>
          <ac:spMkLst>
            <pc:docMk/>
            <pc:sldMk cId="734214531" sldId="265"/>
            <ac:spMk id="13" creationId="{8D6EA299-0840-6DEA-E670-C49AEBC87E89}"/>
          </ac:spMkLst>
        </pc:spChg>
        <pc:picChg chg="add">
          <ac:chgData name="Kikelomo Oyewole" userId="36e1c32b5bc00e23" providerId="LiveId" clId="{1405F9DF-C9E9-47C2-9859-5B82915516ED}" dt="2026-01-18T19:43:48.089" v="13" actId="26606"/>
          <ac:picMkLst>
            <pc:docMk/>
            <pc:sldMk cId="734214531" sldId="265"/>
            <ac:picMk id="5" creationId="{287591B1-2816-2F48-1113-E66C16C1C8B2}"/>
          </ac:picMkLst>
        </pc:picChg>
      </pc:sldChg>
      <pc:sldChg chg="addSp delSp modSp mod setBg">
        <pc:chgData name="Kikelomo Oyewole" userId="36e1c32b5bc00e23" providerId="LiveId" clId="{1405F9DF-C9E9-47C2-9859-5B82915516ED}" dt="2026-01-18T19:43:30.445" v="12" actId="26606"/>
        <pc:sldMkLst>
          <pc:docMk/>
          <pc:sldMk cId="2670136780" sldId="266"/>
        </pc:sldMkLst>
        <pc:spChg chg="mod">
          <ac:chgData name="Kikelomo Oyewole" userId="36e1c32b5bc00e23" providerId="LiveId" clId="{1405F9DF-C9E9-47C2-9859-5B82915516ED}" dt="2026-01-18T19:43:30.445" v="12" actId="26606"/>
          <ac:spMkLst>
            <pc:docMk/>
            <pc:sldMk cId="2670136780" sldId="266"/>
            <ac:spMk id="2" creationId="{8263CC9F-CF45-4A48-0FBD-659DECD8CF2D}"/>
          </ac:spMkLst>
        </pc:spChg>
        <pc:spChg chg="add del">
          <ac:chgData name="Kikelomo Oyewole" userId="36e1c32b5bc00e23" providerId="LiveId" clId="{1405F9DF-C9E9-47C2-9859-5B82915516ED}" dt="2026-01-18T19:43:30.445" v="12" actId="26606"/>
          <ac:spMkLst>
            <pc:docMk/>
            <pc:sldMk cId="2670136780" sldId="266"/>
            <ac:spMk id="3" creationId="{55BF0751-AA4F-8376-EBA6-B8D2C21BFA95}"/>
          </ac:spMkLst>
        </pc:spChg>
        <pc:spChg chg="add del">
          <ac:chgData name="Kikelomo Oyewole" userId="36e1c32b5bc00e23" providerId="LiveId" clId="{1405F9DF-C9E9-47C2-9859-5B82915516ED}" dt="2026-01-18T19:43:30.434" v="11" actId="26606"/>
          <ac:spMkLst>
            <pc:docMk/>
            <pc:sldMk cId="2670136780" sldId="266"/>
            <ac:spMk id="9" creationId="{81E1224E-6618-482E-BE87-321A7FC1CDE8}"/>
          </ac:spMkLst>
        </pc:spChg>
        <pc:spChg chg="add del">
          <ac:chgData name="Kikelomo Oyewole" userId="36e1c32b5bc00e23" providerId="LiveId" clId="{1405F9DF-C9E9-47C2-9859-5B82915516ED}" dt="2026-01-18T19:43:30.434" v="11" actId="26606"/>
          <ac:spMkLst>
            <pc:docMk/>
            <pc:sldMk cId="2670136780" sldId="266"/>
            <ac:spMk id="11" creationId="{066346BE-FDB4-4772-A696-0719490ABD64}"/>
          </ac:spMkLst>
        </pc:spChg>
        <pc:spChg chg="add del">
          <ac:chgData name="Kikelomo Oyewole" userId="36e1c32b5bc00e23" providerId="LiveId" clId="{1405F9DF-C9E9-47C2-9859-5B82915516ED}" dt="2026-01-18T19:43:30.434" v="11" actId="26606"/>
          <ac:spMkLst>
            <pc:docMk/>
            <pc:sldMk cId="2670136780" sldId="266"/>
            <ac:spMk id="13" creationId="{FB92FFCE-0C90-454E-AA25-D4EE9A6C39C5}"/>
          </ac:spMkLst>
        </pc:spChg>
        <pc:spChg chg="add">
          <ac:chgData name="Kikelomo Oyewole" userId="36e1c32b5bc00e23" providerId="LiveId" clId="{1405F9DF-C9E9-47C2-9859-5B82915516ED}" dt="2026-01-18T19:43:30.445" v="12" actId="26606"/>
          <ac:spMkLst>
            <pc:docMk/>
            <pc:sldMk cId="2670136780" sldId="266"/>
            <ac:spMk id="16" creationId="{AE3A741D-C19B-960A-5803-1C5887147820}"/>
          </ac:spMkLst>
        </pc:spChg>
        <pc:spChg chg="add">
          <ac:chgData name="Kikelomo Oyewole" userId="36e1c32b5bc00e23" providerId="LiveId" clId="{1405F9DF-C9E9-47C2-9859-5B82915516ED}" dt="2026-01-18T19:43:30.445" v="12" actId="26606"/>
          <ac:spMkLst>
            <pc:docMk/>
            <pc:sldMk cId="2670136780" sldId="266"/>
            <ac:spMk id="17" creationId="{DC39DE25-0E4E-0AA7-0932-1D78C2372786}"/>
          </ac:spMkLst>
        </pc:spChg>
        <pc:spChg chg="add">
          <ac:chgData name="Kikelomo Oyewole" userId="36e1c32b5bc00e23" providerId="LiveId" clId="{1405F9DF-C9E9-47C2-9859-5B82915516ED}" dt="2026-01-18T19:43:30.445" v="12" actId="26606"/>
          <ac:spMkLst>
            <pc:docMk/>
            <pc:sldMk cId="2670136780" sldId="266"/>
            <ac:spMk id="18" creationId="{8D6EA299-0840-6DEA-E670-C49AEBC87E89}"/>
          </ac:spMkLst>
        </pc:spChg>
        <pc:spChg chg="add">
          <ac:chgData name="Kikelomo Oyewole" userId="36e1c32b5bc00e23" providerId="LiveId" clId="{1405F9DF-C9E9-47C2-9859-5B82915516ED}" dt="2026-01-18T19:43:30.445" v="12" actId="26606"/>
          <ac:spMkLst>
            <pc:docMk/>
            <pc:sldMk cId="2670136780" sldId="266"/>
            <ac:spMk id="19" creationId="{55BF0751-AA4F-8376-EBA6-B8D2C21BFA95}"/>
          </ac:spMkLst>
        </pc:spChg>
        <pc:graphicFrameChg chg="add del">
          <ac:chgData name="Kikelomo Oyewole" userId="36e1c32b5bc00e23" providerId="LiveId" clId="{1405F9DF-C9E9-47C2-9859-5B82915516ED}" dt="2026-01-18T19:43:30.434" v="11" actId="26606"/>
          <ac:graphicFrameMkLst>
            <pc:docMk/>
            <pc:sldMk cId="2670136780" sldId="266"/>
            <ac:graphicFrameMk id="5" creationId="{FECABF47-DE08-D9E2-7D2D-0D7ACE729AAB}"/>
          </ac:graphicFrameMkLst>
        </pc:graphicFrameChg>
        <pc:picChg chg="add">
          <ac:chgData name="Kikelomo Oyewole" userId="36e1c32b5bc00e23" providerId="LiveId" clId="{1405F9DF-C9E9-47C2-9859-5B82915516ED}" dt="2026-01-18T19:43:30.445" v="12" actId="26606"/>
          <ac:picMkLst>
            <pc:docMk/>
            <pc:sldMk cId="2670136780" sldId="266"/>
            <ac:picMk id="15" creationId="{4E3D6C37-C3EF-FAFA-06BF-647D8D826E8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CF492D-579F-4AE8-865D-0F8C58A79B6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AEC5641-1187-4A29-A8B5-86A43853CE66}">
      <dgm:prSet/>
      <dgm:spPr/>
      <dgm:t>
        <a:bodyPr/>
        <a:lstStyle/>
        <a:p>
          <a:pPr>
            <a:defRPr cap="all"/>
          </a:pPr>
          <a:r>
            <a:rPr lang="en-US"/>
            <a:t>Phishing is a cyber attack used to steal information</a:t>
          </a:r>
        </a:p>
      </dgm:t>
    </dgm:pt>
    <dgm:pt modelId="{128B2703-20B0-4FEE-A10D-7229901E04F8}" type="parTrans" cxnId="{170C205F-8ED2-4FE5-B622-D73D059622BD}">
      <dgm:prSet/>
      <dgm:spPr/>
      <dgm:t>
        <a:bodyPr/>
        <a:lstStyle/>
        <a:p>
          <a:endParaRPr lang="en-US"/>
        </a:p>
      </dgm:t>
    </dgm:pt>
    <dgm:pt modelId="{2736CE1D-2ABB-499B-8FD1-C00494EE8B95}" type="sibTrans" cxnId="{170C205F-8ED2-4FE5-B622-D73D059622BD}">
      <dgm:prSet/>
      <dgm:spPr/>
      <dgm:t>
        <a:bodyPr/>
        <a:lstStyle/>
        <a:p>
          <a:endParaRPr lang="en-US"/>
        </a:p>
      </dgm:t>
    </dgm:pt>
    <dgm:pt modelId="{944CC1C6-FAA3-4F7C-84D0-774118945E67}">
      <dgm:prSet/>
      <dgm:spPr/>
      <dgm:t>
        <a:bodyPr/>
        <a:lstStyle/>
        <a:p>
          <a:pPr>
            <a:defRPr cap="all"/>
          </a:pPr>
          <a:r>
            <a:rPr lang="en-US"/>
            <a:t>Attackers pretend to be trusted organizations</a:t>
          </a:r>
        </a:p>
      </dgm:t>
    </dgm:pt>
    <dgm:pt modelId="{1053EA86-91D5-4EAE-8B73-0AFE1A9574CE}" type="parTrans" cxnId="{F349C1B2-DA75-4CA2-A1D1-E46CF1A93A67}">
      <dgm:prSet/>
      <dgm:spPr/>
      <dgm:t>
        <a:bodyPr/>
        <a:lstStyle/>
        <a:p>
          <a:endParaRPr lang="en-US"/>
        </a:p>
      </dgm:t>
    </dgm:pt>
    <dgm:pt modelId="{1B002790-9D4B-4381-8644-74F164AA8644}" type="sibTrans" cxnId="{F349C1B2-DA75-4CA2-A1D1-E46CF1A93A67}">
      <dgm:prSet/>
      <dgm:spPr/>
      <dgm:t>
        <a:bodyPr/>
        <a:lstStyle/>
        <a:p>
          <a:endParaRPr lang="en-US"/>
        </a:p>
      </dgm:t>
    </dgm:pt>
    <dgm:pt modelId="{9D7CD4D0-6876-48EF-90A2-C24F101D1C1C}">
      <dgm:prSet/>
      <dgm:spPr/>
      <dgm:t>
        <a:bodyPr/>
        <a:lstStyle/>
        <a:p>
          <a:pPr>
            <a:defRPr cap="all"/>
          </a:pPr>
          <a:r>
            <a:rPr lang="en-US"/>
            <a:t>It is mostly carried out through emails, messages or fake websites</a:t>
          </a:r>
        </a:p>
      </dgm:t>
    </dgm:pt>
    <dgm:pt modelId="{38E4F074-81C9-4A41-A2B5-6687D860CBB9}" type="parTrans" cxnId="{564938FF-D580-41D6-ACB6-08A7DFB06F4A}">
      <dgm:prSet/>
      <dgm:spPr/>
      <dgm:t>
        <a:bodyPr/>
        <a:lstStyle/>
        <a:p>
          <a:endParaRPr lang="en-US"/>
        </a:p>
      </dgm:t>
    </dgm:pt>
    <dgm:pt modelId="{0E3B9BB3-1481-4D4C-836E-EE26733B5503}" type="sibTrans" cxnId="{564938FF-D580-41D6-ACB6-08A7DFB06F4A}">
      <dgm:prSet/>
      <dgm:spPr/>
      <dgm:t>
        <a:bodyPr/>
        <a:lstStyle/>
        <a:p>
          <a:endParaRPr lang="en-US"/>
        </a:p>
      </dgm:t>
    </dgm:pt>
    <dgm:pt modelId="{35C1DECC-42CF-41C9-9387-9E1518FC847A}" type="pres">
      <dgm:prSet presAssocID="{D6CF492D-579F-4AE8-865D-0F8C58A79B6E}" presName="root" presStyleCnt="0">
        <dgm:presLayoutVars>
          <dgm:dir/>
          <dgm:resizeHandles val="exact"/>
        </dgm:presLayoutVars>
      </dgm:prSet>
      <dgm:spPr/>
    </dgm:pt>
    <dgm:pt modelId="{B87FFD02-BE1F-4516-94AF-AF7AA3052AB8}" type="pres">
      <dgm:prSet presAssocID="{8AEC5641-1187-4A29-A8B5-86A43853CE66}" presName="compNode" presStyleCnt="0"/>
      <dgm:spPr/>
    </dgm:pt>
    <dgm:pt modelId="{B7B95468-574D-4905-8310-9F7BA5A60458}" type="pres">
      <dgm:prSet presAssocID="{8AEC5641-1187-4A29-A8B5-86A43853CE66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39E2681-484F-4FF6-B441-A4AB305D1757}" type="pres">
      <dgm:prSet presAssocID="{8AEC5641-1187-4A29-A8B5-86A43853CE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79C663D-D0F3-4B42-9363-C489CECF6AEB}" type="pres">
      <dgm:prSet presAssocID="{8AEC5641-1187-4A29-A8B5-86A43853CE66}" presName="spaceRect" presStyleCnt="0"/>
      <dgm:spPr/>
    </dgm:pt>
    <dgm:pt modelId="{A1C4B7A2-64FC-4102-ACB1-C8150A7D7F84}" type="pres">
      <dgm:prSet presAssocID="{8AEC5641-1187-4A29-A8B5-86A43853CE66}" presName="textRect" presStyleLbl="revTx" presStyleIdx="0" presStyleCnt="3">
        <dgm:presLayoutVars>
          <dgm:chMax val="1"/>
          <dgm:chPref val="1"/>
        </dgm:presLayoutVars>
      </dgm:prSet>
      <dgm:spPr/>
    </dgm:pt>
    <dgm:pt modelId="{2B880541-7CE7-4C29-9424-9784C5D66C50}" type="pres">
      <dgm:prSet presAssocID="{2736CE1D-2ABB-499B-8FD1-C00494EE8B95}" presName="sibTrans" presStyleCnt="0"/>
      <dgm:spPr/>
    </dgm:pt>
    <dgm:pt modelId="{710CB54D-CC9A-4029-9948-F6F94F18884F}" type="pres">
      <dgm:prSet presAssocID="{944CC1C6-FAA3-4F7C-84D0-774118945E67}" presName="compNode" presStyleCnt="0"/>
      <dgm:spPr/>
    </dgm:pt>
    <dgm:pt modelId="{CFAA86DD-5AD1-4B4E-B481-BCAE5872DEBC}" type="pres">
      <dgm:prSet presAssocID="{944CC1C6-FAA3-4F7C-84D0-774118945E67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590FF64-7D5E-4C8E-A291-9498C1601029}" type="pres">
      <dgm:prSet presAssocID="{944CC1C6-FAA3-4F7C-84D0-774118945E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CEF90E4-AE86-4D97-8780-68EDE3B86BC7}" type="pres">
      <dgm:prSet presAssocID="{944CC1C6-FAA3-4F7C-84D0-774118945E67}" presName="spaceRect" presStyleCnt="0"/>
      <dgm:spPr/>
    </dgm:pt>
    <dgm:pt modelId="{AA0D8BE1-DACC-4BA6-A60F-DA1B072D8F0E}" type="pres">
      <dgm:prSet presAssocID="{944CC1C6-FAA3-4F7C-84D0-774118945E67}" presName="textRect" presStyleLbl="revTx" presStyleIdx="1" presStyleCnt="3">
        <dgm:presLayoutVars>
          <dgm:chMax val="1"/>
          <dgm:chPref val="1"/>
        </dgm:presLayoutVars>
      </dgm:prSet>
      <dgm:spPr/>
    </dgm:pt>
    <dgm:pt modelId="{64F2EF76-0CEC-4B07-A091-C3DB2F9CBC66}" type="pres">
      <dgm:prSet presAssocID="{1B002790-9D4B-4381-8644-74F164AA8644}" presName="sibTrans" presStyleCnt="0"/>
      <dgm:spPr/>
    </dgm:pt>
    <dgm:pt modelId="{1DB8CBD1-D127-4B24-8BCC-7DC0AE47E11C}" type="pres">
      <dgm:prSet presAssocID="{9D7CD4D0-6876-48EF-90A2-C24F101D1C1C}" presName="compNode" presStyleCnt="0"/>
      <dgm:spPr/>
    </dgm:pt>
    <dgm:pt modelId="{286F82A5-9ADC-4A04-BF2D-2B0E93CC485B}" type="pres">
      <dgm:prSet presAssocID="{9D7CD4D0-6876-48EF-90A2-C24F101D1C1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20DD749-E7E6-49F6-9A53-372D7435097C}" type="pres">
      <dgm:prSet presAssocID="{9D7CD4D0-6876-48EF-90A2-C24F101D1C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C296376F-0BA6-4DBB-A40B-6F0525A9D57E}" type="pres">
      <dgm:prSet presAssocID="{9D7CD4D0-6876-48EF-90A2-C24F101D1C1C}" presName="spaceRect" presStyleCnt="0"/>
      <dgm:spPr/>
    </dgm:pt>
    <dgm:pt modelId="{1437E7CB-880F-4858-AD7E-ACCC7C03A1E8}" type="pres">
      <dgm:prSet presAssocID="{9D7CD4D0-6876-48EF-90A2-C24F101D1C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FADF506-DBDE-4778-97EF-A5B858A3B04A}" type="presOf" srcId="{D6CF492D-579F-4AE8-865D-0F8C58A79B6E}" destId="{35C1DECC-42CF-41C9-9387-9E1518FC847A}" srcOrd="0" destOrd="0" presId="urn:microsoft.com/office/officeart/2018/5/layout/IconLeafLabelList"/>
    <dgm:cxn modelId="{9BDBAD24-ACDE-4A68-A166-8981FCDB1D20}" type="presOf" srcId="{944CC1C6-FAA3-4F7C-84D0-774118945E67}" destId="{AA0D8BE1-DACC-4BA6-A60F-DA1B072D8F0E}" srcOrd="0" destOrd="0" presId="urn:microsoft.com/office/officeart/2018/5/layout/IconLeafLabelList"/>
    <dgm:cxn modelId="{170C205F-8ED2-4FE5-B622-D73D059622BD}" srcId="{D6CF492D-579F-4AE8-865D-0F8C58A79B6E}" destId="{8AEC5641-1187-4A29-A8B5-86A43853CE66}" srcOrd="0" destOrd="0" parTransId="{128B2703-20B0-4FEE-A10D-7229901E04F8}" sibTransId="{2736CE1D-2ABB-499B-8FD1-C00494EE8B95}"/>
    <dgm:cxn modelId="{F349C1B2-DA75-4CA2-A1D1-E46CF1A93A67}" srcId="{D6CF492D-579F-4AE8-865D-0F8C58A79B6E}" destId="{944CC1C6-FAA3-4F7C-84D0-774118945E67}" srcOrd="1" destOrd="0" parTransId="{1053EA86-91D5-4EAE-8B73-0AFE1A9574CE}" sibTransId="{1B002790-9D4B-4381-8644-74F164AA8644}"/>
    <dgm:cxn modelId="{BE210BC3-77C5-4F41-8D9D-B98FF8B46189}" type="presOf" srcId="{8AEC5641-1187-4A29-A8B5-86A43853CE66}" destId="{A1C4B7A2-64FC-4102-ACB1-C8150A7D7F84}" srcOrd="0" destOrd="0" presId="urn:microsoft.com/office/officeart/2018/5/layout/IconLeafLabelList"/>
    <dgm:cxn modelId="{A7A5D1C9-82BD-47C4-AD3B-AC24E3215387}" type="presOf" srcId="{9D7CD4D0-6876-48EF-90A2-C24F101D1C1C}" destId="{1437E7CB-880F-4858-AD7E-ACCC7C03A1E8}" srcOrd="0" destOrd="0" presId="urn:microsoft.com/office/officeart/2018/5/layout/IconLeafLabelList"/>
    <dgm:cxn modelId="{564938FF-D580-41D6-ACB6-08A7DFB06F4A}" srcId="{D6CF492D-579F-4AE8-865D-0F8C58A79B6E}" destId="{9D7CD4D0-6876-48EF-90A2-C24F101D1C1C}" srcOrd="2" destOrd="0" parTransId="{38E4F074-81C9-4A41-A2B5-6687D860CBB9}" sibTransId="{0E3B9BB3-1481-4D4C-836E-EE26733B5503}"/>
    <dgm:cxn modelId="{9762AB79-3C79-4722-9A52-426691401964}" type="presParOf" srcId="{35C1DECC-42CF-41C9-9387-9E1518FC847A}" destId="{B87FFD02-BE1F-4516-94AF-AF7AA3052AB8}" srcOrd="0" destOrd="0" presId="urn:microsoft.com/office/officeart/2018/5/layout/IconLeafLabelList"/>
    <dgm:cxn modelId="{F40C148E-CE20-4119-9218-21C5F2DF421D}" type="presParOf" srcId="{B87FFD02-BE1F-4516-94AF-AF7AA3052AB8}" destId="{B7B95468-574D-4905-8310-9F7BA5A60458}" srcOrd="0" destOrd="0" presId="urn:microsoft.com/office/officeart/2018/5/layout/IconLeafLabelList"/>
    <dgm:cxn modelId="{F1B64779-9B56-4E7C-BC5C-E0C8573E982B}" type="presParOf" srcId="{B87FFD02-BE1F-4516-94AF-AF7AA3052AB8}" destId="{E39E2681-484F-4FF6-B441-A4AB305D1757}" srcOrd="1" destOrd="0" presId="urn:microsoft.com/office/officeart/2018/5/layout/IconLeafLabelList"/>
    <dgm:cxn modelId="{97DD68A3-C1FB-47A8-9964-2DB677A0C728}" type="presParOf" srcId="{B87FFD02-BE1F-4516-94AF-AF7AA3052AB8}" destId="{A79C663D-D0F3-4B42-9363-C489CECF6AEB}" srcOrd="2" destOrd="0" presId="urn:microsoft.com/office/officeart/2018/5/layout/IconLeafLabelList"/>
    <dgm:cxn modelId="{40D5A539-987C-4C9B-8857-2A634C2B714C}" type="presParOf" srcId="{B87FFD02-BE1F-4516-94AF-AF7AA3052AB8}" destId="{A1C4B7A2-64FC-4102-ACB1-C8150A7D7F84}" srcOrd="3" destOrd="0" presId="urn:microsoft.com/office/officeart/2018/5/layout/IconLeafLabelList"/>
    <dgm:cxn modelId="{4EEC4A74-32F7-4B70-B860-B74B1B4531C2}" type="presParOf" srcId="{35C1DECC-42CF-41C9-9387-9E1518FC847A}" destId="{2B880541-7CE7-4C29-9424-9784C5D66C50}" srcOrd="1" destOrd="0" presId="urn:microsoft.com/office/officeart/2018/5/layout/IconLeafLabelList"/>
    <dgm:cxn modelId="{784D9556-3D85-4816-B439-9ECD770005A2}" type="presParOf" srcId="{35C1DECC-42CF-41C9-9387-9E1518FC847A}" destId="{710CB54D-CC9A-4029-9948-F6F94F18884F}" srcOrd="2" destOrd="0" presId="urn:microsoft.com/office/officeart/2018/5/layout/IconLeafLabelList"/>
    <dgm:cxn modelId="{6D530734-6CFA-44A6-BAE2-23F1E34EB863}" type="presParOf" srcId="{710CB54D-CC9A-4029-9948-F6F94F18884F}" destId="{CFAA86DD-5AD1-4B4E-B481-BCAE5872DEBC}" srcOrd="0" destOrd="0" presId="urn:microsoft.com/office/officeart/2018/5/layout/IconLeafLabelList"/>
    <dgm:cxn modelId="{BFCC0189-CCA6-49A4-8FC3-464472CD14D0}" type="presParOf" srcId="{710CB54D-CC9A-4029-9948-F6F94F18884F}" destId="{7590FF64-7D5E-4C8E-A291-9498C1601029}" srcOrd="1" destOrd="0" presId="urn:microsoft.com/office/officeart/2018/5/layout/IconLeafLabelList"/>
    <dgm:cxn modelId="{DC34E848-B735-402B-8587-158EE9DA3E88}" type="presParOf" srcId="{710CB54D-CC9A-4029-9948-F6F94F18884F}" destId="{3CEF90E4-AE86-4D97-8780-68EDE3B86BC7}" srcOrd="2" destOrd="0" presId="urn:microsoft.com/office/officeart/2018/5/layout/IconLeafLabelList"/>
    <dgm:cxn modelId="{2D042971-93A0-4A58-8364-C6257ED497F0}" type="presParOf" srcId="{710CB54D-CC9A-4029-9948-F6F94F18884F}" destId="{AA0D8BE1-DACC-4BA6-A60F-DA1B072D8F0E}" srcOrd="3" destOrd="0" presId="urn:microsoft.com/office/officeart/2018/5/layout/IconLeafLabelList"/>
    <dgm:cxn modelId="{06486541-10A1-4020-9A3B-D3C4959F10C6}" type="presParOf" srcId="{35C1DECC-42CF-41C9-9387-9E1518FC847A}" destId="{64F2EF76-0CEC-4B07-A091-C3DB2F9CBC66}" srcOrd="3" destOrd="0" presId="urn:microsoft.com/office/officeart/2018/5/layout/IconLeafLabelList"/>
    <dgm:cxn modelId="{98A1B3FD-521B-47B5-A790-DAFC6923D4B3}" type="presParOf" srcId="{35C1DECC-42CF-41C9-9387-9E1518FC847A}" destId="{1DB8CBD1-D127-4B24-8BCC-7DC0AE47E11C}" srcOrd="4" destOrd="0" presId="urn:microsoft.com/office/officeart/2018/5/layout/IconLeafLabelList"/>
    <dgm:cxn modelId="{16E13585-81BD-4546-9DEA-9C31E8ECA61F}" type="presParOf" srcId="{1DB8CBD1-D127-4B24-8BCC-7DC0AE47E11C}" destId="{286F82A5-9ADC-4A04-BF2D-2B0E93CC485B}" srcOrd="0" destOrd="0" presId="urn:microsoft.com/office/officeart/2018/5/layout/IconLeafLabelList"/>
    <dgm:cxn modelId="{ABA81F8F-FB5C-4EFF-AC36-6A3CF6F643C4}" type="presParOf" srcId="{1DB8CBD1-D127-4B24-8BCC-7DC0AE47E11C}" destId="{620DD749-E7E6-49F6-9A53-372D7435097C}" srcOrd="1" destOrd="0" presId="urn:microsoft.com/office/officeart/2018/5/layout/IconLeafLabelList"/>
    <dgm:cxn modelId="{BC140F4A-833B-4172-A0C1-DC5701C9384D}" type="presParOf" srcId="{1DB8CBD1-D127-4B24-8BCC-7DC0AE47E11C}" destId="{C296376F-0BA6-4DBB-A40B-6F0525A9D57E}" srcOrd="2" destOrd="0" presId="urn:microsoft.com/office/officeart/2018/5/layout/IconLeafLabelList"/>
    <dgm:cxn modelId="{0A20662B-74FE-44C5-A0CB-A6B17DAC85A8}" type="presParOf" srcId="{1DB8CBD1-D127-4B24-8BCC-7DC0AE47E11C}" destId="{1437E7CB-880F-4858-AD7E-ACCC7C03A1E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4D4A1D-CA98-4872-8109-833EFC627EF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135F116-8A91-412E-86C8-3E4280C9331D}">
      <dgm:prSet/>
      <dgm:spPr/>
      <dgm:t>
        <a:bodyPr/>
        <a:lstStyle/>
        <a:p>
          <a:pPr>
            <a:defRPr cap="all"/>
          </a:pPr>
          <a:r>
            <a:rPr lang="en-US"/>
            <a:t>Email phishing</a:t>
          </a:r>
        </a:p>
      </dgm:t>
    </dgm:pt>
    <dgm:pt modelId="{5FE88B20-5127-43DE-879D-E59761827798}" type="parTrans" cxnId="{42439165-1D8B-4678-9108-B1C408381BF2}">
      <dgm:prSet/>
      <dgm:spPr/>
      <dgm:t>
        <a:bodyPr/>
        <a:lstStyle/>
        <a:p>
          <a:endParaRPr lang="en-US"/>
        </a:p>
      </dgm:t>
    </dgm:pt>
    <dgm:pt modelId="{3B6EDA5A-A14A-41E1-B2CF-871B7490AC74}" type="sibTrans" cxnId="{42439165-1D8B-4678-9108-B1C408381BF2}">
      <dgm:prSet/>
      <dgm:spPr/>
      <dgm:t>
        <a:bodyPr/>
        <a:lstStyle/>
        <a:p>
          <a:endParaRPr lang="en-US"/>
        </a:p>
      </dgm:t>
    </dgm:pt>
    <dgm:pt modelId="{FD38BC81-4A55-4CA5-96C8-5E2E81330D13}">
      <dgm:prSet/>
      <dgm:spPr/>
      <dgm:t>
        <a:bodyPr/>
        <a:lstStyle/>
        <a:p>
          <a:pPr>
            <a:defRPr cap="all"/>
          </a:pPr>
          <a:r>
            <a:rPr lang="en-US"/>
            <a:t>SMS phishing (Smishing)</a:t>
          </a:r>
        </a:p>
      </dgm:t>
    </dgm:pt>
    <dgm:pt modelId="{47A5F80E-6AB1-4290-BF52-67E97FC6FB6C}" type="parTrans" cxnId="{40D3C636-05DC-47FC-B576-51C4697709FF}">
      <dgm:prSet/>
      <dgm:spPr/>
      <dgm:t>
        <a:bodyPr/>
        <a:lstStyle/>
        <a:p>
          <a:endParaRPr lang="en-US"/>
        </a:p>
      </dgm:t>
    </dgm:pt>
    <dgm:pt modelId="{E4BE424F-8200-49B3-81B5-F6D52827D6F6}" type="sibTrans" cxnId="{40D3C636-05DC-47FC-B576-51C4697709FF}">
      <dgm:prSet/>
      <dgm:spPr/>
      <dgm:t>
        <a:bodyPr/>
        <a:lstStyle/>
        <a:p>
          <a:endParaRPr lang="en-US"/>
        </a:p>
      </dgm:t>
    </dgm:pt>
    <dgm:pt modelId="{4C22E74E-6BEF-42BB-AB5B-83FA9718D4C9}">
      <dgm:prSet/>
      <dgm:spPr/>
      <dgm:t>
        <a:bodyPr/>
        <a:lstStyle/>
        <a:p>
          <a:pPr>
            <a:defRPr cap="all"/>
          </a:pPr>
          <a:r>
            <a:rPr lang="en-US"/>
            <a:t>Phone call/Voice phishing (Vishing)</a:t>
          </a:r>
        </a:p>
      </dgm:t>
    </dgm:pt>
    <dgm:pt modelId="{931D08E2-8FC2-41FA-BB94-8ECBC66D5455}" type="parTrans" cxnId="{94FFD6C7-0FBE-412E-8E7F-FEA5747C8D04}">
      <dgm:prSet/>
      <dgm:spPr/>
      <dgm:t>
        <a:bodyPr/>
        <a:lstStyle/>
        <a:p>
          <a:endParaRPr lang="en-US"/>
        </a:p>
      </dgm:t>
    </dgm:pt>
    <dgm:pt modelId="{554E8958-24B9-4F00-9706-5A015E397322}" type="sibTrans" cxnId="{94FFD6C7-0FBE-412E-8E7F-FEA5747C8D04}">
      <dgm:prSet/>
      <dgm:spPr/>
      <dgm:t>
        <a:bodyPr/>
        <a:lstStyle/>
        <a:p>
          <a:endParaRPr lang="en-US"/>
        </a:p>
      </dgm:t>
    </dgm:pt>
    <dgm:pt modelId="{7A33E9E6-0200-4E45-A124-C591759DFC0D}">
      <dgm:prSet/>
      <dgm:spPr/>
      <dgm:t>
        <a:bodyPr/>
        <a:lstStyle/>
        <a:p>
          <a:pPr>
            <a:defRPr cap="all"/>
          </a:pPr>
          <a:r>
            <a:rPr lang="en-US"/>
            <a:t>Whaling (Targets high profile individuals)</a:t>
          </a:r>
        </a:p>
      </dgm:t>
    </dgm:pt>
    <dgm:pt modelId="{C6E9A609-B5FB-40BA-81DB-C88CB3AACF63}" type="parTrans" cxnId="{CE57C0BF-A6E8-4CFD-B838-D2DBABCFE52A}">
      <dgm:prSet/>
      <dgm:spPr/>
      <dgm:t>
        <a:bodyPr/>
        <a:lstStyle/>
        <a:p>
          <a:endParaRPr lang="en-US"/>
        </a:p>
      </dgm:t>
    </dgm:pt>
    <dgm:pt modelId="{B0804BFB-CBF9-4A1E-A79C-1A1564626F21}" type="sibTrans" cxnId="{CE57C0BF-A6E8-4CFD-B838-D2DBABCFE52A}">
      <dgm:prSet/>
      <dgm:spPr/>
      <dgm:t>
        <a:bodyPr/>
        <a:lstStyle/>
        <a:p>
          <a:endParaRPr lang="en-US"/>
        </a:p>
      </dgm:t>
    </dgm:pt>
    <dgm:pt modelId="{32D5DC36-96B1-4D1C-B5CF-78CD1D20718F}" type="pres">
      <dgm:prSet presAssocID="{1D4D4A1D-CA98-4872-8109-833EFC627EFF}" presName="root" presStyleCnt="0">
        <dgm:presLayoutVars>
          <dgm:dir/>
          <dgm:resizeHandles val="exact"/>
        </dgm:presLayoutVars>
      </dgm:prSet>
      <dgm:spPr/>
    </dgm:pt>
    <dgm:pt modelId="{59C8129A-264A-41D3-ACE7-E73F7C5AFECD}" type="pres">
      <dgm:prSet presAssocID="{A135F116-8A91-412E-86C8-3E4280C9331D}" presName="compNode" presStyleCnt="0"/>
      <dgm:spPr/>
    </dgm:pt>
    <dgm:pt modelId="{AABB081E-E7CE-4152-B1E9-4CE389487B94}" type="pres">
      <dgm:prSet presAssocID="{A135F116-8A91-412E-86C8-3E4280C9331D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3D31B07-879E-4356-BD8B-C61E2DC9DD72}" type="pres">
      <dgm:prSet presAssocID="{A135F116-8A91-412E-86C8-3E4280C9331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41F2BC08-A852-49C8-A0DF-FA108A0591F3}" type="pres">
      <dgm:prSet presAssocID="{A135F116-8A91-412E-86C8-3E4280C9331D}" presName="spaceRect" presStyleCnt="0"/>
      <dgm:spPr/>
    </dgm:pt>
    <dgm:pt modelId="{51A9DB9B-7802-407B-BD18-4EBF21E6786F}" type="pres">
      <dgm:prSet presAssocID="{A135F116-8A91-412E-86C8-3E4280C9331D}" presName="textRect" presStyleLbl="revTx" presStyleIdx="0" presStyleCnt="4">
        <dgm:presLayoutVars>
          <dgm:chMax val="1"/>
          <dgm:chPref val="1"/>
        </dgm:presLayoutVars>
      </dgm:prSet>
      <dgm:spPr/>
    </dgm:pt>
    <dgm:pt modelId="{5CC853A1-6442-417F-A189-83E8A08AE86E}" type="pres">
      <dgm:prSet presAssocID="{3B6EDA5A-A14A-41E1-B2CF-871B7490AC74}" presName="sibTrans" presStyleCnt="0"/>
      <dgm:spPr/>
    </dgm:pt>
    <dgm:pt modelId="{31EE733A-C00E-48AD-A8EA-1A162F6BBA65}" type="pres">
      <dgm:prSet presAssocID="{FD38BC81-4A55-4CA5-96C8-5E2E81330D13}" presName="compNode" presStyleCnt="0"/>
      <dgm:spPr/>
    </dgm:pt>
    <dgm:pt modelId="{43B792EB-DAB9-4393-B6B2-E3FF1B6B0FCB}" type="pres">
      <dgm:prSet presAssocID="{FD38BC81-4A55-4CA5-96C8-5E2E81330D1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2C5AD5F-B927-4DA0-AB95-F006324267A3}" type="pres">
      <dgm:prSet presAssocID="{FD38BC81-4A55-4CA5-96C8-5E2E81330D1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CEE5CA4-8637-4D8C-B49B-F8A253F180A3}" type="pres">
      <dgm:prSet presAssocID="{FD38BC81-4A55-4CA5-96C8-5E2E81330D13}" presName="spaceRect" presStyleCnt="0"/>
      <dgm:spPr/>
    </dgm:pt>
    <dgm:pt modelId="{3250B97B-9C32-4E05-AD6F-4447544C838F}" type="pres">
      <dgm:prSet presAssocID="{FD38BC81-4A55-4CA5-96C8-5E2E81330D13}" presName="textRect" presStyleLbl="revTx" presStyleIdx="1" presStyleCnt="4">
        <dgm:presLayoutVars>
          <dgm:chMax val="1"/>
          <dgm:chPref val="1"/>
        </dgm:presLayoutVars>
      </dgm:prSet>
      <dgm:spPr/>
    </dgm:pt>
    <dgm:pt modelId="{A75D216C-E173-4E83-88DE-F67C19DD3D9D}" type="pres">
      <dgm:prSet presAssocID="{E4BE424F-8200-49B3-81B5-F6D52827D6F6}" presName="sibTrans" presStyleCnt="0"/>
      <dgm:spPr/>
    </dgm:pt>
    <dgm:pt modelId="{F590DA24-C345-48AD-A920-105224CD30C9}" type="pres">
      <dgm:prSet presAssocID="{4C22E74E-6BEF-42BB-AB5B-83FA9718D4C9}" presName="compNode" presStyleCnt="0"/>
      <dgm:spPr/>
    </dgm:pt>
    <dgm:pt modelId="{85BD8F59-293C-4BC2-8C73-15E5BDD4013B}" type="pres">
      <dgm:prSet presAssocID="{4C22E74E-6BEF-42BB-AB5B-83FA9718D4C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5A5B7C1-AA07-497B-A177-0A8D051C1CA6}" type="pres">
      <dgm:prSet presAssocID="{4C22E74E-6BEF-42BB-AB5B-83FA9718D4C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E922536A-8DC5-4D70-9FC8-748E42FCF239}" type="pres">
      <dgm:prSet presAssocID="{4C22E74E-6BEF-42BB-AB5B-83FA9718D4C9}" presName="spaceRect" presStyleCnt="0"/>
      <dgm:spPr/>
    </dgm:pt>
    <dgm:pt modelId="{82EC80AC-D877-4AF1-AA7A-DBCFA4EC40FF}" type="pres">
      <dgm:prSet presAssocID="{4C22E74E-6BEF-42BB-AB5B-83FA9718D4C9}" presName="textRect" presStyleLbl="revTx" presStyleIdx="2" presStyleCnt="4">
        <dgm:presLayoutVars>
          <dgm:chMax val="1"/>
          <dgm:chPref val="1"/>
        </dgm:presLayoutVars>
      </dgm:prSet>
      <dgm:spPr/>
    </dgm:pt>
    <dgm:pt modelId="{24C8754B-9E81-411F-9F84-0C984528694A}" type="pres">
      <dgm:prSet presAssocID="{554E8958-24B9-4F00-9706-5A015E397322}" presName="sibTrans" presStyleCnt="0"/>
      <dgm:spPr/>
    </dgm:pt>
    <dgm:pt modelId="{8E8646E4-1C29-4D5F-B4AA-8ECB52A75509}" type="pres">
      <dgm:prSet presAssocID="{7A33E9E6-0200-4E45-A124-C591759DFC0D}" presName="compNode" presStyleCnt="0"/>
      <dgm:spPr/>
    </dgm:pt>
    <dgm:pt modelId="{FA302014-F33F-428B-934C-5EFD936A2817}" type="pres">
      <dgm:prSet presAssocID="{7A33E9E6-0200-4E45-A124-C591759DFC0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4298962-D764-4982-84D7-FD7E96BB9CC0}" type="pres">
      <dgm:prSet presAssocID="{7A33E9E6-0200-4E45-A124-C591759DFC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chor"/>
        </a:ext>
      </dgm:extLst>
    </dgm:pt>
    <dgm:pt modelId="{625EE503-8F8A-4513-8726-AE025F9E84CD}" type="pres">
      <dgm:prSet presAssocID="{7A33E9E6-0200-4E45-A124-C591759DFC0D}" presName="spaceRect" presStyleCnt="0"/>
      <dgm:spPr/>
    </dgm:pt>
    <dgm:pt modelId="{B3FF45E9-14C0-4BDF-8385-DDC2EF64C4DD}" type="pres">
      <dgm:prSet presAssocID="{7A33E9E6-0200-4E45-A124-C591759DFC0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8CFE907-4446-47B0-ABB8-9CFB0BCA1974}" type="presOf" srcId="{7A33E9E6-0200-4E45-A124-C591759DFC0D}" destId="{B3FF45E9-14C0-4BDF-8385-DDC2EF64C4DD}" srcOrd="0" destOrd="0" presId="urn:microsoft.com/office/officeart/2018/5/layout/IconLeafLabelList"/>
    <dgm:cxn modelId="{25DCDC0E-1B55-4F42-AA37-06F63E84F688}" type="presOf" srcId="{1D4D4A1D-CA98-4872-8109-833EFC627EFF}" destId="{32D5DC36-96B1-4D1C-B5CF-78CD1D20718F}" srcOrd="0" destOrd="0" presId="urn:microsoft.com/office/officeart/2018/5/layout/IconLeafLabelList"/>
    <dgm:cxn modelId="{A204DE10-3600-4140-9EED-AE88FD4922E1}" type="presOf" srcId="{FD38BC81-4A55-4CA5-96C8-5E2E81330D13}" destId="{3250B97B-9C32-4E05-AD6F-4447544C838F}" srcOrd="0" destOrd="0" presId="urn:microsoft.com/office/officeart/2018/5/layout/IconLeafLabelList"/>
    <dgm:cxn modelId="{40D3C636-05DC-47FC-B576-51C4697709FF}" srcId="{1D4D4A1D-CA98-4872-8109-833EFC627EFF}" destId="{FD38BC81-4A55-4CA5-96C8-5E2E81330D13}" srcOrd="1" destOrd="0" parTransId="{47A5F80E-6AB1-4290-BF52-67E97FC6FB6C}" sibTransId="{E4BE424F-8200-49B3-81B5-F6D52827D6F6}"/>
    <dgm:cxn modelId="{4F5B9F64-06E2-4108-AAB3-4D5FB1EAF315}" type="presOf" srcId="{A135F116-8A91-412E-86C8-3E4280C9331D}" destId="{51A9DB9B-7802-407B-BD18-4EBF21E6786F}" srcOrd="0" destOrd="0" presId="urn:microsoft.com/office/officeart/2018/5/layout/IconLeafLabelList"/>
    <dgm:cxn modelId="{42439165-1D8B-4678-9108-B1C408381BF2}" srcId="{1D4D4A1D-CA98-4872-8109-833EFC627EFF}" destId="{A135F116-8A91-412E-86C8-3E4280C9331D}" srcOrd="0" destOrd="0" parTransId="{5FE88B20-5127-43DE-879D-E59761827798}" sibTransId="{3B6EDA5A-A14A-41E1-B2CF-871B7490AC74}"/>
    <dgm:cxn modelId="{568DB053-CD8F-485A-B3E7-9B2C538F05BD}" type="presOf" srcId="{4C22E74E-6BEF-42BB-AB5B-83FA9718D4C9}" destId="{82EC80AC-D877-4AF1-AA7A-DBCFA4EC40FF}" srcOrd="0" destOrd="0" presId="urn:microsoft.com/office/officeart/2018/5/layout/IconLeafLabelList"/>
    <dgm:cxn modelId="{CE57C0BF-A6E8-4CFD-B838-D2DBABCFE52A}" srcId="{1D4D4A1D-CA98-4872-8109-833EFC627EFF}" destId="{7A33E9E6-0200-4E45-A124-C591759DFC0D}" srcOrd="3" destOrd="0" parTransId="{C6E9A609-B5FB-40BA-81DB-C88CB3AACF63}" sibTransId="{B0804BFB-CBF9-4A1E-A79C-1A1564626F21}"/>
    <dgm:cxn modelId="{94FFD6C7-0FBE-412E-8E7F-FEA5747C8D04}" srcId="{1D4D4A1D-CA98-4872-8109-833EFC627EFF}" destId="{4C22E74E-6BEF-42BB-AB5B-83FA9718D4C9}" srcOrd="2" destOrd="0" parTransId="{931D08E2-8FC2-41FA-BB94-8ECBC66D5455}" sibTransId="{554E8958-24B9-4F00-9706-5A015E397322}"/>
    <dgm:cxn modelId="{5B25A354-F4E2-4ACD-8D16-6C1D07A9EDE1}" type="presParOf" srcId="{32D5DC36-96B1-4D1C-B5CF-78CD1D20718F}" destId="{59C8129A-264A-41D3-ACE7-E73F7C5AFECD}" srcOrd="0" destOrd="0" presId="urn:microsoft.com/office/officeart/2018/5/layout/IconLeafLabelList"/>
    <dgm:cxn modelId="{6B37C72C-6F95-4B68-A2E4-865C9EBB106B}" type="presParOf" srcId="{59C8129A-264A-41D3-ACE7-E73F7C5AFECD}" destId="{AABB081E-E7CE-4152-B1E9-4CE389487B94}" srcOrd="0" destOrd="0" presId="urn:microsoft.com/office/officeart/2018/5/layout/IconLeafLabelList"/>
    <dgm:cxn modelId="{A05B0EFB-CDFA-4455-9376-F09388FA256E}" type="presParOf" srcId="{59C8129A-264A-41D3-ACE7-E73F7C5AFECD}" destId="{C3D31B07-879E-4356-BD8B-C61E2DC9DD72}" srcOrd="1" destOrd="0" presId="urn:microsoft.com/office/officeart/2018/5/layout/IconLeafLabelList"/>
    <dgm:cxn modelId="{F70E3FB9-662E-407B-BEF1-896A45CB38A3}" type="presParOf" srcId="{59C8129A-264A-41D3-ACE7-E73F7C5AFECD}" destId="{41F2BC08-A852-49C8-A0DF-FA108A0591F3}" srcOrd="2" destOrd="0" presId="urn:microsoft.com/office/officeart/2018/5/layout/IconLeafLabelList"/>
    <dgm:cxn modelId="{D37DA667-F7D6-4936-B4A9-12C43526C2A6}" type="presParOf" srcId="{59C8129A-264A-41D3-ACE7-E73F7C5AFECD}" destId="{51A9DB9B-7802-407B-BD18-4EBF21E6786F}" srcOrd="3" destOrd="0" presId="urn:microsoft.com/office/officeart/2018/5/layout/IconLeafLabelList"/>
    <dgm:cxn modelId="{2EC778A7-8206-4CF1-879F-310850761E88}" type="presParOf" srcId="{32D5DC36-96B1-4D1C-B5CF-78CD1D20718F}" destId="{5CC853A1-6442-417F-A189-83E8A08AE86E}" srcOrd="1" destOrd="0" presId="urn:microsoft.com/office/officeart/2018/5/layout/IconLeafLabelList"/>
    <dgm:cxn modelId="{6645E8FB-6257-45F0-A94E-00E40ABDEAC7}" type="presParOf" srcId="{32D5DC36-96B1-4D1C-B5CF-78CD1D20718F}" destId="{31EE733A-C00E-48AD-A8EA-1A162F6BBA65}" srcOrd="2" destOrd="0" presId="urn:microsoft.com/office/officeart/2018/5/layout/IconLeafLabelList"/>
    <dgm:cxn modelId="{AF47D7D6-3AC4-4111-9994-9451129219BF}" type="presParOf" srcId="{31EE733A-C00E-48AD-A8EA-1A162F6BBA65}" destId="{43B792EB-DAB9-4393-B6B2-E3FF1B6B0FCB}" srcOrd="0" destOrd="0" presId="urn:microsoft.com/office/officeart/2018/5/layout/IconLeafLabelList"/>
    <dgm:cxn modelId="{6968156A-7AA9-418F-8AF4-0C0EBD5301D0}" type="presParOf" srcId="{31EE733A-C00E-48AD-A8EA-1A162F6BBA65}" destId="{12C5AD5F-B927-4DA0-AB95-F006324267A3}" srcOrd="1" destOrd="0" presId="urn:microsoft.com/office/officeart/2018/5/layout/IconLeafLabelList"/>
    <dgm:cxn modelId="{43C99821-BB84-4AA6-B97F-2D9093443347}" type="presParOf" srcId="{31EE733A-C00E-48AD-A8EA-1A162F6BBA65}" destId="{1CEE5CA4-8637-4D8C-B49B-F8A253F180A3}" srcOrd="2" destOrd="0" presId="urn:microsoft.com/office/officeart/2018/5/layout/IconLeafLabelList"/>
    <dgm:cxn modelId="{91A14759-718B-4C38-AB26-FD771246BBDA}" type="presParOf" srcId="{31EE733A-C00E-48AD-A8EA-1A162F6BBA65}" destId="{3250B97B-9C32-4E05-AD6F-4447544C838F}" srcOrd="3" destOrd="0" presId="urn:microsoft.com/office/officeart/2018/5/layout/IconLeafLabelList"/>
    <dgm:cxn modelId="{613DFC6B-0DF1-42A4-AF13-4CD84403CDAA}" type="presParOf" srcId="{32D5DC36-96B1-4D1C-B5CF-78CD1D20718F}" destId="{A75D216C-E173-4E83-88DE-F67C19DD3D9D}" srcOrd="3" destOrd="0" presId="urn:microsoft.com/office/officeart/2018/5/layout/IconLeafLabelList"/>
    <dgm:cxn modelId="{32B073BC-6FE5-4431-A499-0DB30ED7FC91}" type="presParOf" srcId="{32D5DC36-96B1-4D1C-B5CF-78CD1D20718F}" destId="{F590DA24-C345-48AD-A920-105224CD30C9}" srcOrd="4" destOrd="0" presId="urn:microsoft.com/office/officeart/2018/5/layout/IconLeafLabelList"/>
    <dgm:cxn modelId="{9BBC986D-7356-433B-AAF3-59C35E5EE95C}" type="presParOf" srcId="{F590DA24-C345-48AD-A920-105224CD30C9}" destId="{85BD8F59-293C-4BC2-8C73-15E5BDD4013B}" srcOrd="0" destOrd="0" presId="urn:microsoft.com/office/officeart/2018/5/layout/IconLeafLabelList"/>
    <dgm:cxn modelId="{B92DE2D3-2649-4335-8B1F-974CFC63EA34}" type="presParOf" srcId="{F590DA24-C345-48AD-A920-105224CD30C9}" destId="{F5A5B7C1-AA07-497B-A177-0A8D051C1CA6}" srcOrd="1" destOrd="0" presId="urn:microsoft.com/office/officeart/2018/5/layout/IconLeafLabelList"/>
    <dgm:cxn modelId="{4893F91B-38A9-41B1-9EB9-FA4872FF8F03}" type="presParOf" srcId="{F590DA24-C345-48AD-A920-105224CD30C9}" destId="{E922536A-8DC5-4D70-9FC8-748E42FCF239}" srcOrd="2" destOrd="0" presId="urn:microsoft.com/office/officeart/2018/5/layout/IconLeafLabelList"/>
    <dgm:cxn modelId="{7EF96943-09EE-4A60-8323-81DC5ECCF9A6}" type="presParOf" srcId="{F590DA24-C345-48AD-A920-105224CD30C9}" destId="{82EC80AC-D877-4AF1-AA7A-DBCFA4EC40FF}" srcOrd="3" destOrd="0" presId="urn:microsoft.com/office/officeart/2018/5/layout/IconLeafLabelList"/>
    <dgm:cxn modelId="{81E4C092-D188-45E3-8A76-7F0D5EA2610A}" type="presParOf" srcId="{32D5DC36-96B1-4D1C-B5CF-78CD1D20718F}" destId="{24C8754B-9E81-411F-9F84-0C984528694A}" srcOrd="5" destOrd="0" presId="urn:microsoft.com/office/officeart/2018/5/layout/IconLeafLabelList"/>
    <dgm:cxn modelId="{6F9389A3-387B-4707-8403-869B16E29A30}" type="presParOf" srcId="{32D5DC36-96B1-4D1C-B5CF-78CD1D20718F}" destId="{8E8646E4-1C29-4D5F-B4AA-8ECB52A75509}" srcOrd="6" destOrd="0" presId="urn:microsoft.com/office/officeart/2018/5/layout/IconLeafLabelList"/>
    <dgm:cxn modelId="{9AAB47F5-0174-4526-BF9E-8DD125B9FAC5}" type="presParOf" srcId="{8E8646E4-1C29-4D5F-B4AA-8ECB52A75509}" destId="{FA302014-F33F-428B-934C-5EFD936A2817}" srcOrd="0" destOrd="0" presId="urn:microsoft.com/office/officeart/2018/5/layout/IconLeafLabelList"/>
    <dgm:cxn modelId="{13EFDD4A-08E1-41BC-AE17-ACCD6CB5C0A7}" type="presParOf" srcId="{8E8646E4-1C29-4D5F-B4AA-8ECB52A75509}" destId="{24298962-D764-4982-84D7-FD7E96BB9CC0}" srcOrd="1" destOrd="0" presId="urn:microsoft.com/office/officeart/2018/5/layout/IconLeafLabelList"/>
    <dgm:cxn modelId="{E7299B8E-2ACE-407B-8298-BBB9F95AF97A}" type="presParOf" srcId="{8E8646E4-1C29-4D5F-B4AA-8ECB52A75509}" destId="{625EE503-8F8A-4513-8726-AE025F9E84CD}" srcOrd="2" destOrd="0" presId="urn:microsoft.com/office/officeart/2018/5/layout/IconLeafLabelList"/>
    <dgm:cxn modelId="{D4039789-45C0-4663-B0A5-4BE93B0AB3CC}" type="presParOf" srcId="{8E8646E4-1C29-4D5F-B4AA-8ECB52A75509}" destId="{B3FF45E9-14C0-4BDF-8385-DDC2EF64C4D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3D1031-D1E9-4426-9862-E8E170D84F4F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1085C0A-B916-4111-AB16-F942CEA66F59}">
      <dgm:prSet/>
      <dgm:spPr/>
      <dgm:t>
        <a:bodyPr/>
        <a:lstStyle/>
        <a:p>
          <a:r>
            <a:rPr lang="en-US"/>
            <a:t>Urgent or threatening messages</a:t>
          </a:r>
        </a:p>
      </dgm:t>
    </dgm:pt>
    <dgm:pt modelId="{DD7F430C-85DF-4F29-BCB3-B07591AABE9E}" type="parTrans" cxnId="{715B0C57-81B4-41B4-84CD-33D32F24F5D1}">
      <dgm:prSet/>
      <dgm:spPr/>
      <dgm:t>
        <a:bodyPr/>
        <a:lstStyle/>
        <a:p>
          <a:endParaRPr lang="en-US"/>
        </a:p>
      </dgm:t>
    </dgm:pt>
    <dgm:pt modelId="{58E4D8D7-32CE-4C1B-92EF-CE7EFD1F6937}" type="sibTrans" cxnId="{715B0C57-81B4-41B4-84CD-33D32F24F5D1}">
      <dgm:prSet/>
      <dgm:spPr/>
      <dgm:t>
        <a:bodyPr/>
        <a:lstStyle/>
        <a:p>
          <a:endParaRPr lang="en-US"/>
        </a:p>
      </dgm:t>
    </dgm:pt>
    <dgm:pt modelId="{11F584EC-8316-4B15-AD16-37AF546CEDEF}">
      <dgm:prSet/>
      <dgm:spPr/>
      <dgm:t>
        <a:bodyPr/>
        <a:lstStyle/>
        <a:p>
          <a:r>
            <a:rPr lang="en-US"/>
            <a:t>Unknown or strange sender address</a:t>
          </a:r>
        </a:p>
      </dgm:t>
    </dgm:pt>
    <dgm:pt modelId="{279A43DC-1020-48B2-A3D2-0CF7DF545782}" type="parTrans" cxnId="{98DAB4EC-A88B-4E47-BBA1-644FC2FBDCE0}">
      <dgm:prSet/>
      <dgm:spPr/>
      <dgm:t>
        <a:bodyPr/>
        <a:lstStyle/>
        <a:p>
          <a:endParaRPr lang="en-US"/>
        </a:p>
      </dgm:t>
    </dgm:pt>
    <dgm:pt modelId="{EF499F62-0414-44A6-8DF5-5D852ED7F8BA}" type="sibTrans" cxnId="{98DAB4EC-A88B-4E47-BBA1-644FC2FBDCE0}">
      <dgm:prSet/>
      <dgm:spPr/>
      <dgm:t>
        <a:bodyPr/>
        <a:lstStyle/>
        <a:p>
          <a:endParaRPr lang="en-US"/>
        </a:p>
      </dgm:t>
    </dgm:pt>
    <dgm:pt modelId="{2646C36B-93B3-4EE4-93E0-FAE2450E83C8}">
      <dgm:prSet/>
      <dgm:spPr/>
      <dgm:t>
        <a:bodyPr/>
        <a:lstStyle/>
        <a:p>
          <a:r>
            <a:rPr lang="en-US"/>
            <a:t>Poor grammar or spelling</a:t>
          </a:r>
        </a:p>
      </dgm:t>
    </dgm:pt>
    <dgm:pt modelId="{1A76E0D3-C0EE-4F4F-A58E-A72544DD7158}" type="parTrans" cxnId="{43247B25-D4A2-47FD-A3C2-276E3324F697}">
      <dgm:prSet/>
      <dgm:spPr/>
      <dgm:t>
        <a:bodyPr/>
        <a:lstStyle/>
        <a:p>
          <a:endParaRPr lang="en-US"/>
        </a:p>
      </dgm:t>
    </dgm:pt>
    <dgm:pt modelId="{7840C1F4-1B58-4EC6-BF58-EDA0390E1D34}" type="sibTrans" cxnId="{43247B25-D4A2-47FD-A3C2-276E3324F697}">
      <dgm:prSet/>
      <dgm:spPr/>
      <dgm:t>
        <a:bodyPr/>
        <a:lstStyle/>
        <a:p>
          <a:endParaRPr lang="en-US"/>
        </a:p>
      </dgm:t>
    </dgm:pt>
    <dgm:pt modelId="{FEFD7ADF-75BB-4CF9-A9DF-2FB437C8363F}">
      <dgm:prSet/>
      <dgm:spPr/>
      <dgm:t>
        <a:bodyPr/>
        <a:lstStyle/>
        <a:p>
          <a:r>
            <a:rPr lang="en-US"/>
            <a:t>Suspicious links</a:t>
          </a:r>
        </a:p>
      </dgm:t>
    </dgm:pt>
    <dgm:pt modelId="{3AE416B9-2BE4-46B2-8648-6B15BAC8019D}" type="parTrans" cxnId="{94189FA7-0409-4BA0-8914-6AE5B7348DA3}">
      <dgm:prSet/>
      <dgm:spPr/>
      <dgm:t>
        <a:bodyPr/>
        <a:lstStyle/>
        <a:p>
          <a:endParaRPr lang="en-US"/>
        </a:p>
      </dgm:t>
    </dgm:pt>
    <dgm:pt modelId="{154B9DC1-1079-4C25-A4D0-CDCC16741FDE}" type="sibTrans" cxnId="{94189FA7-0409-4BA0-8914-6AE5B7348DA3}">
      <dgm:prSet/>
      <dgm:spPr/>
      <dgm:t>
        <a:bodyPr/>
        <a:lstStyle/>
        <a:p>
          <a:endParaRPr lang="en-US"/>
        </a:p>
      </dgm:t>
    </dgm:pt>
    <dgm:pt modelId="{CE24D26C-EF33-49D1-9851-31588934B3BC}" type="pres">
      <dgm:prSet presAssocID="{F13D1031-D1E9-4426-9862-E8E170D84F4F}" presName="linear" presStyleCnt="0">
        <dgm:presLayoutVars>
          <dgm:dir/>
          <dgm:animLvl val="lvl"/>
          <dgm:resizeHandles val="exact"/>
        </dgm:presLayoutVars>
      </dgm:prSet>
      <dgm:spPr/>
    </dgm:pt>
    <dgm:pt modelId="{9F710DA5-F73E-4AC8-B904-18D5F35D7347}" type="pres">
      <dgm:prSet presAssocID="{01085C0A-B916-4111-AB16-F942CEA66F59}" presName="parentLin" presStyleCnt="0"/>
      <dgm:spPr/>
    </dgm:pt>
    <dgm:pt modelId="{B487E2C7-3740-40D0-B5FC-D2A1560912E5}" type="pres">
      <dgm:prSet presAssocID="{01085C0A-B916-4111-AB16-F942CEA66F59}" presName="parentLeftMargin" presStyleLbl="node1" presStyleIdx="0" presStyleCnt="4"/>
      <dgm:spPr/>
    </dgm:pt>
    <dgm:pt modelId="{2D4FDC52-083F-47FA-9779-A2EAC1087CBC}" type="pres">
      <dgm:prSet presAssocID="{01085C0A-B916-4111-AB16-F942CEA66F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0D73488-0A87-4CCB-B94F-F31A213FB5A0}" type="pres">
      <dgm:prSet presAssocID="{01085C0A-B916-4111-AB16-F942CEA66F59}" presName="negativeSpace" presStyleCnt="0"/>
      <dgm:spPr/>
    </dgm:pt>
    <dgm:pt modelId="{372B3351-5318-4EA3-A1B5-44A2DFF95E12}" type="pres">
      <dgm:prSet presAssocID="{01085C0A-B916-4111-AB16-F942CEA66F59}" presName="childText" presStyleLbl="conFgAcc1" presStyleIdx="0" presStyleCnt="4">
        <dgm:presLayoutVars>
          <dgm:bulletEnabled val="1"/>
        </dgm:presLayoutVars>
      </dgm:prSet>
      <dgm:spPr/>
    </dgm:pt>
    <dgm:pt modelId="{4B781308-F6BA-4681-82CE-A0386C951D37}" type="pres">
      <dgm:prSet presAssocID="{58E4D8D7-32CE-4C1B-92EF-CE7EFD1F6937}" presName="spaceBetweenRectangles" presStyleCnt="0"/>
      <dgm:spPr/>
    </dgm:pt>
    <dgm:pt modelId="{987C977F-A718-4D4B-924A-A47E1B3C65A8}" type="pres">
      <dgm:prSet presAssocID="{11F584EC-8316-4B15-AD16-37AF546CEDEF}" presName="parentLin" presStyleCnt="0"/>
      <dgm:spPr/>
    </dgm:pt>
    <dgm:pt modelId="{B3B728AB-7F48-4821-824D-7954C7019545}" type="pres">
      <dgm:prSet presAssocID="{11F584EC-8316-4B15-AD16-37AF546CEDEF}" presName="parentLeftMargin" presStyleLbl="node1" presStyleIdx="0" presStyleCnt="4"/>
      <dgm:spPr/>
    </dgm:pt>
    <dgm:pt modelId="{287C690C-94D7-4F98-99F2-F9989E260A4B}" type="pres">
      <dgm:prSet presAssocID="{11F584EC-8316-4B15-AD16-37AF546CED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A54842-EBBE-4D0D-908A-01DC70ECDE1B}" type="pres">
      <dgm:prSet presAssocID="{11F584EC-8316-4B15-AD16-37AF546CEDEF}" presName="negativeSpace" presStyleCnt="0"/>
      <dgm:spPr/>
    </dgm:pt>
    <dgm:pt modelId="{D379B32B-3122-44FE-83A5-078D8AC0BD88}" type="pres">
      <dgm:prSet presAssocID="{11F584EC-8316-4B15-AD16-37AF546CEDEF}" presName="childText" presStyleLbl="conFgAcc1" presStyleIdx="1" presStyleCnt="4">
        <dgm:presLayoutVars>
          <dgm:bulletEnabled val="1"/>
        </dgm:presLayoutVars>
      </dgm:prSet>
      <dgm:spPr/>
    </dgm:pt>
    <dgm:pt modelId="{29CF92A3-62FB-4AC7-A5DC-3BCE08507A42}" type="pres">
      <dgm:prSet presAssocID="{EF499F62-0414-44A6-8DF5-5D852ED7F8BA}" presName="spaceBetweenRectangles" presStyleCnt="0"/>
      <dgm:spPr/>
    </dgm:pt>
    <dgm:pt modelId="{E066C96B-0EB2-4BC0-8E1A-EF21BF589D2C}" type="pres">
      <dgm:prSet presAssocID="{2646C36B-93B3-4EE4-93E0-FAE2450E83C8}" presName="parentLin" presStyleCnt="0"/>
      <dgm:spPr/>
    </dgm:pt>
    <dgm:pt modelId="{7BB1D3DF-24F5-4E5B-8254-6BC5660D7A82}" type="pres">
      <dgm:prSet presAssocID="{2646C36B-93B3-4EE4-93E0-FAE2450E83C8}" presName="parentLeftMargin" presStyleLbl="node1" presStyleIdx="1" presStyleCnt="4"/>
      <dgm:spPr/>
    </dgm:pt>
    <dgm:pt modelId="{7A3EC519-DAD3-4565-9E8A-9C2E8303AE4C}" type="pres">
      <dgm:prSet presAssocID="{2646C36B-93B3-4EE4-93E0-FAE2450E83C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64B6CC3-8F62-45BF-BDD4-48FC79DEFA77}" type="pres">
      <dgm:prSet presAssocID="{2646C36B-93B3-4EE4-93E0-FAE2450E83C8}" presName="negativeSpace" presStyleCnt="0"/>
      <dgm:spPr/>
    </dgm:pt>
    <dgm:pt modelId="{7734304B-A771-4DEC-9F8A-C92236758B29}" type="pres">
      <dgm:prSet presAssocID="{2646C36B-93B3-4EE4-93E0-FAE2450E83C8}" presName="childText" presStyleLbl="conFgAcc1" presStyleIdx="2" presStyleCnt="4">
        <dgm:presLayoutVars>
          <dgm:bulletEnabled val="1"/>
        </dgm:presLayoutVars>
      </dgm:prSet>
      <dgm:spPr/>
    </dgm:pt>
    <dgm:pt modelId="{1FE1E656-D034-4F05-8866-5EB5DD45C456}" type="pres">
      <dgm:prSet presAssocID="{7840C1F4-1B58-4EC6-BF58-EDA0390E1D34}" presName="spaceBetweenRectangles" presStyleCnt="0"/>
      <dgm:spPr/>
    </dgm:pt>
    <dgm:pt modelId="{BA70DF36-10E2-496F-B863-35FB3DFF1D4A}" type="pres">
      <dgm:prSet presAssocID="{FEFD7ADF-75BB-4CF9-A9DF-2FB437C8363F}" presName="parentLin" presStyleCnt="0"/>
      <dgm:spPr/>
    </dgm:pt>
    <dgm:pt modelId="{E30F83D6-3430-4DD6-AEC6-1A1AA28DCD29}" type="pres">
      <dgm:prSet presAssocID="{FEFD7ADF-75BB-4CF9-A9DF-2FB437C8363F}" presName="parentLeftMargin" presStyleLbl="node1" presStyleIdx="2" presStyleCnt="4"/>
      <dgm:spPr/>
    </dgm:pt>
    <dgm:pt modelId="{F747A474-879A-46DA-A51E-09152297523D}" type="pres">
      <dgm:prSet presAssocID="{FEFD7ADF-75BB-4CF9-A9DF-2FB437C8363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659B8C7-FE5E-459A-A302-1266C5D8C117}" type="pres">
      <dgm:prSet presAssocID="{FEFD7ADF-75BB-4CF9-A9DF-2FB437C8363F}" presName="negativeSpace" presStyleCnt="0"/>
      <dgm:spPr/>
    </dgm:pt>
    <dgm:pt modelId="{41F74FCD-4DB7-4C04-9263-72165887BB5B}" type="pres">
      <dgm:prSet presAssocID="{FEFD7ADF-75BB-4CF9-A9DF-2FB437C8363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04C160F-A2BE-4845-8A4A-C4646C9A2DF6}" type="presOf" srcId="{11F584EC-8316-4B15-AD16-37AF546CEDEF}" destId="{B3B728AB-7F48-4821-824D-7954C7019545}" srcOrd="0" destOrd="0" presId="urn:microsoft.com/office/officeart/2005/8/layout/list1"/>
    <dgm:cxn modelId="{43247B25-D4A2-47FD-A3C2-276E3324F697}" srcId="{F13D1031-D1E9-4426-9862-E8E170D84F4F}" destId="{2646C36B-93B3-4EE4-93E0-FAE2450E83C8}" srcOrd="2" destOrd="0" parTransId="{1A76E0D3-C0EE-4F4F-A58E-A72544DD7158}" sibTransId="{7840C1F4-1B58-4EC6-BF58-EDA0390E1D34}"/>
    <dgm:cxn modelId="{CB7FF931-A8CD-4532-BA25-FB703DD51674}" type="presOf" srcId="{F13D1031-D1E9-4426-9862-E8E170D84F4F}" destId="{CE24D26C-EF33-49D1-9851-31588934B3BC}" srcOrd="0" destOrd="0" presId="urn:microsoft.com/office/officeart/2005/8/layout/list1"/>
    <dgm:cxn modelId="{A2AC4D75-2C07-47E7-B9F8-72F4E17B148F}" type="presOf" srcId="{FEFD7ADF-75BB-4CF9-A9DF-2FB437C8363F}" destId="{E30F83D6-3430-4DD6-AEC6-1A1AA28DCD29}" srcOrd="0" destOrd="0" presId="urn:microsoft.com/office/officeart/2005/8/layout/list1"/>
    <dgm:cxn modelId="{AFEFDC55-3672-4E9B-91E0-431BE5D522A4}" type="presOf" srcId="{01085C0A-B916-4111-AB16-F942CEA66F59}" destId="{B487E2C7-3740-40D0-B5FC-D2A1560912E5}" srcOrd="0" destOrd="0" presId="urn:microsoft.com/office/officeart/2005/8/layout/list1"/>
    <dgm:cxn modelId="{715B0C57-81B4-41B4-84CD-33D32F24F5D1}" srcId="{F13D1031-D1E9-4426-9862-E8E170D84F4F}" destId="{01085C0A-B916-4111-AB16-F942CEA66F59}" srcOrd="0" destOrd="0" parTransId="{DD7F430C-85DF-4F29-BCB3-B07591AABE9E}" sibTransId="{58E4D8D7-32CE-4C1B-92EF-CE7EFD1F6937}"/>
    <dgm:cxn modelId="{8F3832A0-39BF-43F8-8A38-1D67CDC144DD}" type="presOf" srcId="{2646C36B-93B3-4EE4-93E0-FAE2450E83C8}" destId="{7BB1D3DF-24F5-4E5B-8254-6BC5660D7A82}" srcOrd="0" destOrd="0" presId="urn:microsoft.com/office/officeart/2005/8/layout/list1"/>
    <dgm:cxn modelId="{D0347FA2-A7DC-4CFC-96EF-33524FE5CE87}" type="presOf" srcId="{11F584EC-8316-4B15-AD16-37AF546CEDEF}" destId="{287C690C-94D7-4F98-99F2-F9989E260A4B}" srcOrd="1" destOrd="0" presId="urn:microsoft.com/office/officeart/2005/8/layout/list1"/>
    <dgm:cxn modelId="{94189FA7-0409-4BA0-8914-6AE5B7348DA3}" srcId="{F13D1031-D1E9-4426-9862-E8E170D84F4F}" destId="{FEFD7ADF-75BB-4CF9-A9DF-2FB437C8363F}" srcOrd="3" destOrd="0" parTransId="{3AE416B9-2BE4-46B2-8648-6B15BAC8019D}" sibTransId="{154B9DC1-1079-4C25-A4D0-CDCC16741FDE}"/>
    <dgm:cxn modelId="{35AF67CE-2C92-4BA0-86FB-2B06EDAC1E0A}" type="presOf" srcId="{2646C36B-93B3-4EE4-93E0-FAE2450E83C8}" destId="{7A3EC519-DAD3-4565-9E8A-9C2E8303AE4C}" srcOrd="1" destOrd="0" presId="urn:microsoft.com/office/officeart/2005/8/layout/list1"/>
    <dgm:cxn modelId="{98DAB4EC-A88B-4E47-BBA1-644FC2FBDCE0}" srcId="{F13D1031-D1E9-4426-9862-E8E170D84F4F}" destId="{11F584EC-8316-4B15-AD16-37AF546CEDEF}" srcOrd="1" destOrd="0" parTransId="{279A43DC-1020-48B2-A3D2-0CF7DF545782}" sibTransId="{EF499F62-0414-44A6-8DF5-5D852ED7F8BA}"/>
    <dgm:cxn modelId="{9DDB56F7-4109-4779-A21F-1678659CAA65}" type="presOf" srcId="{FEFD7ADF-75BB-4CF9-A9DF-2FB437C8363F}" destId="{F747A474-879A-46DA-A51E-09152297523D}" srcOrd="1" destOrd="0" presId="urn:microsoft.com/office/officeart/2005/8/layout/list1"/>
    <dgm:cxn modelId="{CCC25AFF-BDFF-4AF0-9A64-8659E6AB8F5B}" type="presOf" srcId="{01085C0A-B916-4111-AB16-F942CEA66F59}" destId="{2D4FDC52-083F-47FA-9779-A2EAC1087CBC}" srcOrd="1" destOrd="0" presId="urn:microsoft.com/office/officeart/2005/8/layout/list1"/>
    <dgm:cxn modelId="{C264A758-8BF7-4807-AD34-E1890C85DA0B}" type="presParOf" srcId="{CE24D26C-EF33-49D1-9851-31588934B3BC}" destId="{9F710DA5-F73E-4AC8-B904-18D5F35D7347}" srcOrd="0" destOrd="0" presId="urn:microsoft.com/office/officeart/2005/8/layout/list1"/>
    <dgm:cxn modelId="{AED6453B-5C20-4AEE-B491-EE33DDBB9792}" type="presParOf" srcId="{9F710DA5-F73E-4AC8-B904-18D5F35D7347}" destId="{B487E2C7-3740-40D0-B5FC-D2A1560912E5}" srcOrd="0" destOrd="0" presId="urn:microsoft.com/office/officeart/2005/8/layout/list1"/>
    <dgm:cxn modelId="{8451FAAE-F74A-4900-8DBD-D309FCE79BD5}" type="presParOf" srcId="{9F710DA5-F73E-4AC8-B904-18D5F35D7347}" destId="{2D4FDC52-083F-47FA-9779-A2EAC1087CBC}" srcOrd="1" destOrd="0" presId="urn:microsoft.com/office/officeart/2005/8/layout/list1"/>
    <dgm:cxn modelId="{A15A6C36-E84E-45FD-BC89-81D112344E0C}" type="presParOf" srcId="{CE24D26C-EF33-49D1-9851-31588934B3BC}" destId="{10D73488-0A87-4CCB-B94F-F31A213FB5A0}" srcOrd="1" destOrd="0" presId="urn:microsoft.com/office/officeart/2005/8/layout/list1"/>
    <dgm:cxn modelId="{AA78CC15-527B-4621-BB6E-80ADDA56665B}" type="presParOf" srcId="{CE24D26C-EF33-49D1-9851-31588934B3BC}" destId="{372B3351-5318-4EA3-A1B5-44A2DFF95E12}" srcOrd="2" destOrd="0" presId="urn:microsoft.com/office/officeart/2005/8/layout/list1"/>
    <dgm:cxn modelId="{7AB44A74-DCCB-4BFF-AC53-D4F9F9155F0C}" type="presParOf" srcId="{CE24D26C-EF33-49D1-9851-31588934B3BC}" destId="{4B781308-F6BA-4681-82CE-A0386C951D37}" srcOrd="3" destOrd="0" presId="urn:microsoft.com/office/officeart/2005/8/layout/list1"/>
    <dgm:cxn modelId="{F22311D1-E2E2-4338-A529-1A50DB154FE6}" type="presParOf" srcId="{CE24D26C-EF33-49D1-9851-31588934B3BC}" destId="{987C977F-A718-4D4B-924A-A47E1B3C65A8}" srcOrd="4" destOrd="0" presId="urn:microsoft.com/office/officeart/2005/8/layout/list1"/>
    <dgm:cxn modelId="{3A33A755-02CD-43DC-9BA7-326A0EC0BC41}" type="presParOf" srcId="{987C977F-A718-4D4B-924A-A47E1B3C65A8}" destId="{B3B728AB-7F48-4821-824D-7954C7019545}" srcOrd="0" destOrd="0" presId="urn:microsoft.com/office/officeart/2005/8/layout/list1"/>
    <dgm:cxn modelId="{20298243-80DF-49C7-A11E-087EB0B0AC0C}" type="presParOf" srcId="{987C977F-A718-4D4B-924A-A47E1B3C65A8}" destId="{287C690C-94D7-4F98-99F2-F9989E260A4B}" srcOrd="1" destOrd="0" presId="urn:microsoft.com/office/officeart/2005/8/layout/list1"/>
    <dgm:cxn modelId="{3097F737-849C-4EAF-A54D-A8E577808C5A}" type="presParOf" srcId="{CE24D26C-EF33-49D1-9851-31588934B3BC}" destId="{90A54842-EBBE-4D0D-908A-01DC70ECDE1B}" srcOrd="5" destOrd="0" presId="urn:microsoft.com/office/officeart/2005/8/layout/list1"/>
    <dgm:cxn modelId="{B4EDA19D-BAA2-4E4D-B1D3-1AB81E672E98}" type="presParOf" srcId="{CE24D26C-EF33-49D1-9851-31588934B3BC}" destId="{D379B32B-3122-44FE-83A5-078D8AC0BD88}" srcOrd="6" destOrd="0" presId="urn:microsoft.com/office/officeart/2005/8/layout/list1"/>
    <dgm:cxn modelId="{062D6FC3-BC9C-495B-88D1-E24982E1D87B}" type="presParOf" srcId="{CE24D26C-EF33-49D1-9851-31588934B3BC}" destId="{29CF92A3-62FB-4AC7-A5DC-3BCE08507A42}" srcOrd="7" destOrd="0" presId="urn:microsoft.com/office/officeart/2005/8/layout/list1"/>
    <dgm:cxn modelId="{24CA7477-A887-4714-A6A6-BDB1BEBC443B}" type="presParOf" srcId="{CE24D26C-EF33-49D1-9851-31588934B3BC}" destId="{E066C96B-0EB2-4BC0-8E1A-EF21BF589D2C}" srcOrd="8" destOrd="0" presId="urn:microsoft.com/office/officeart/2005/8/layout/list1"/>
    <dgm:cxn modelId="{3B347D23-5134-4F7E-97AA-C7BBE259562B}" type="presParOf" srcId="{E066C96B-0EB2-4BC0-8E1A-EF21BF589D2C}" destId="{7BB1D3DF-24F5-4E5B-8254-6BC5660D7A82}" srcOrd="0" destOrd="0" presId="urn:microsoft.com/office/officeart/2005/8/layout/list1"/>
    <dgm:cxn modelId="{3F6317ED-8269-4EA2-B662-05DA2B27C797}" type="presParOf" srcId="{E066C96B-0EB2-4BC0-8E1A-EF21BF589D2C}" destId="{7A3EC519-DAD3-4565-9E8A-9C2E8303AE4C}" srcOrd="1" destOrd="0" presId="urn:microsoft.com/office/officeart/2005/8/layout/list1"/>
    <dgm:cxn modelId="{61369284-79F9-4AB1-9B08-2DC99145BBCD}" type="presParOf" srcId="{CE24D26C-EF33-49D1-9851-31588934B3BC}" destId="{C64B6CC3-8F62-45BF-BDD4-48FC79DEFA77}" srcOrd="9" destOrd="0" presId="urn:microsoft.com/office/officeart/2005/8/layout/list1"/>
    <dgm:cxn modelId="{A1CFAC6F-2BF9-46E5-98E1-13FD660098A2}" type="presParOf" srcId="{CE24D26C-EF33-49D1-9851-31588934B3BC}" destId="{7734304B-A771-4DEC-9F8A-C92236758B29}" srcOrd="10" destOrd="0" presId="urn:microsoft.com/office/officeart/2005/8/layout/list1"/>
    <dgm:cxn modelId="{481C47D5-F8FF-4E29-8AFE-93A0575B437C}" type="presParOf" srcId="{CE24D26C-EF33-49D1-9851-31588934B3BC}" destId="{1FE1E656-D034-4F05-8866-5EB5DD45C456}" srcOrd="11" destOrd="0" presId="urn:microsoft.com/office/officeart/2005/8/layout/list1"/>
    <dgm:cxn modelId="{277B9803-8441-4F73-9F3B-3E0DD9C87102}" type="presParOf" srcId="{CE24D26C-EF33-49D1-9851-31588934B3BC}" destId="{BA70DF36-10E2-496F-B863-35FB3DFF1D4A}" srcOrd="12" destOrd="0" presId="urn:microsoft.com/office/officeart/2005/8/layout/list1"/>
    <dgm:cxn modelId="{8A212A94-3A54-4CF3-9820-99DC666778FC}" type="presParOf" srcId="{BA70DF36-10E2-496F-B863-35FB3DFF1D4A}" destId="{E30F83D6-3430-4DD6-AEC6-1A1AA28DCD29}" srcOrd="0" destOrd="0" presId="urn:microsoft.com/office/officeart/2005/8/layout/list1"/>
    <dgm:cxn modelId="{066C8CA2-AEB8-4776-82B4-FF86758708EC}" type="presParOf" srcId="{BA70DF36-10E2-496F-B863-35FB3DFF1D4A}" destId="{F747A474-879A-46DA-A51E-09152297523D}" srcOrd="1" destOrd="0" presId="urn:microsoft.com/office/officeart/2005/8/layout/list1"/>
    <dgm:cxn modelId="{A12D4813-07A4-49C3-9E3A-DACEF0CB579E}" type="presParOf" srcId="{CE24D26C-EF33-49D1-9851-31588934B3BC}" destId="{9659B8C7-FE5E-459A-A302-1266C5D8C117}" srcOrd="13" destOrd="0" presId="urn:microsoft.com/office/officeart/2005/8/layout/list1"/>
    <dgm:cxn modelId="{E84C3138-DBF4-4F0C-B3AE-42EDDFD5C2BC}" type="presParOf" srcId="{CE24D26C-EF33-49D1-9851-31588934B3BC}" destId="{41F74FCD-4DB7-4C04-9263-72165887BB5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9B206C-5561-42DD-8273-F3DCB08392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D61439D-9ED6-496E-A16B-591007E9FDEF}">
      <dgm:prSet/>
      <dgm:spPr/>
      <dgm:t>
        <a:bodyPr/>
        <a:lstStyle/>
        <a:p>
          <a:r>
            <a:rPr lang="en-US"/>
            <a:t>Look similar to real websites</a:t>
          </a:r>
        </a:p>
      </dgm:t>
    </dgm:pt>
    <dgm:pt modelId="{65A78932-EDF4-469A-896D-5F6521701499}" type="parTrans" cxnId="{90FFE28C-4736-4FEE-A289-5B26A5796AFF}">
      <dgm:prSet/>
      <dgm:spPr/>
      <dgm:t>
        <a:bodyPr/>
        <a:lstStyle/>
        <a:p>
          <a:endParaRPr lang="en-US"/>
        </a:p>
      </dgm:t>
    </dgm:pt>
    <dgm:pt modelId="{74C52F72-F934-47C8-8A19-363877A251CB}" type="sibTrans" cxnId="{90FFE28C-4736-4FEE-A289-5B26A5796AFF}">
      <dgm:prSet/>
      <dgm:spPr/>
      <dgm:t>
        <a:bodyPr/>
        <a:lstStyle/>
        <a:p>
          <a:endParaRPr lang="en-US"/>
        </a:p>
      </dgm:t>
    </dgm:pt>
    <dgm:pt modelId="{5BC4180F-3770-4FD2-89F7-4D021CE47564}">
      <dgm:prSet/>
      <dgm:spPr/>
      <dgm:t>
        <a:bodyPr/>
        <a:lstStyle/>
        <a:p>
          <a:r>
            <a:rPr lang="en-US"/>
            <a:t>Slight change in website URL</a:t>
          </a:r>
        </a:p>
      </dgm:t>
    </dgm:pt>
    <dgm:pt modelId="{91AA594C-B60E-4057-8473-4627B5766741}" type="parTrans" cxnId="{D661D3C2-1590-4BA5-AAE8-5D4BD83601B7}">
      <dgm:prSet/>
      <dgm:spPr/>
      <dgm:t>
        <a:bodyPr/>
        <a:lstStyle/>
        <a:p>
          <a:endParaRPr lang="en-US"/>
        </a:p>
      </dgm:t>
    </dgm:pt>
    <dgm:pt modelId="{5E6A2E31-5CC0-4053-9E42-B81672E578B2}" type="sibTrans" cxnId="{D661D3C2-1590-4BA5-AAE8-5D4BD83601B7}">
      <dgm:prSet/>
      <dgm:spPr/>
      <dgm:t>
        <a:bodyPr/>
        <a:lstStyle/>
        <a:p>
          <a:endParaRPr lang="en-US"/>
        </a:p>
      </dgm:t>
    </dgm:pt>
    <dgm:pt modelId="{B29F0AA0-FD6B-4D35-AA14-1C71DF7174C4}">
      <dgm:prSet/>
      <dgm:spPr/>
      <dgm:t>
        <a:bodyPr/>
        <a:lstStyle/>
        <a:p>
          <a:r>
            <a:rPr lang="en-US"/>
            <a:t>Ask for login or card details</a:t>
          </a:r>
        </a:p>
      </dgm:t>
    </dgm:pt>
    <dgm:pt modelId="{9234111F-9C6B-4274-8F92-9B5610C97ED3}" type="parTrans" cxnId="{09C3DD69-A37C-4E43-8922-92D398752280}">
      <dgm:prSet/>
      <dgm:spPr/>
      <dgm:t>
        <a:bodyPr/>
        <a:lstStyle/>
        <a:p>
          <a:endParaRPr lang="en-US"/>
        </a:p>
      </dgm:t>
    </dgm:pt>
    <dgm:pt modelId="{44577761-E791-4D56-975B-5ECFBC56F96A}" type="sibTrans" cxnId="{09C3DD69-A37C-4E43-8922-92D398752280}">
      <dgm:prSet/>
      <dgm:spPr/>
      <dgm:t>
        <a:bodyPr/>
        <a:lstStyle/>
        <a:p>
          <a:endParaRPr lang="en-US"/>
        </a:p>
      </dgm:t>
    </dgm:pt>
    <dgm:pt modelId="{93603B24-74EC-4A4C-95BC-20B12B3F4A36}" type="pres">
      <dgm:prSet presAssocID="{229B206C-5561-42DD-8273-F3DCB0839262}" presName="root" presStyleCnt="0">
        <dgm:presLayoutVars>
          <dgm:dir/>
          <dgm:resizeHandles val="exact"/>
        </dgm:presLayoutVars>
      </dgm:prSet>
      <dgm:spPr/>
    </dgm:pt>
    <dgm:pt modelId="{4B4F64D7-863A-415E-9DA1-D99C50231A98}" type="pres">
      <dgm:prSet presAssocID="{8D61439D-9ED6-496E-A16B-591007E9FDEF}" presName="compNode" presStyleCnt="0"/>
      <dgm:spPr/>
    </dgm:pt>
    <dgm:pt modelId="{1F9792F5-F09A-4FC2-8F86-5621EE51501F}" type="pres">
      <dgm:prSet presAssocID="{8D61439D-9ED6-496E-A16B-591007E9FDEF}" presName="bgRect" presStyleLbl="bgShp" presStyleIdx="0" presStyleCnt="3"/>
      <dgm:spPr/>
    </dgm:pt>
    <dgm:pt modelId="{C40EDCDD-F683-45A1-88A9-62C6B3529E8E}" type="pres">
      <dgm:prSet presAssocID="{8D61439D-9ED6-496E-A16B-591007E9FD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431F676-000A-448B-8DFD-151625A0C36A}" type="pres">
      <dgm:prSet presAssocID="{8D61439D-9ED6-496E-A16B-591007E9FDEF}" presName="spaceRect" presStyleCnt="0"/>
      <dgm:spPr/>
    </dgm:pt>
    <dgm:pt modelId="{1D7ACFCF-4D21-4B35-9859-9488221244E7}" type="pres">
      <dgm:prSet presAssocID="{8D61439D-9ED6-496E-A16B-591007E9FDEF}" presName="parTx" presStyleLbl="revTx" presStyleIdx="0" presStyleCnt="3">
        <dgm:presLayoutVars>
          <dgm:chMax val="0"/>
          <dgm:chPref val="0"/>
        </dgm:presLayoutVars>
      </dgm:prSet>
      <dgm:spPr/>
    </dgm:pt>
    <dgm:pt modelId="{FA4A7F49-64E0-44E0-BBC7-2BBFE1E4547A}" type="pres">
      <dgm:prSet presAssocID="{74C52F72-F934-47C8-8A19-363877A251CB}" presName="sibTrans" presStyleCnt="0"/>
      <dgm:spPr/>
    </dgm:pt>
    <dgm:pt modelId="{9B4EFA38-5BE7-48E0-AB52-AA374B134A48}" type="pres">
      <dgm:prSet presAssocID="{5BC4180F-3770-4FD2-89F7-4D021CE47564}" presName="compNode" presStyleCnt="0"/>
      <dgm:spPr/>
    </dgm:pt>
    <dgm:pt modelId="{75E375E3-09CE-4ECD-ACE1-C37328023C32}" type="pres">
      <dgm:prSet presAssocID="{5BC4180F-3770-4FD2-89F7-4D021CE47564}" presName="bgRect" presStyleLbl="bgShp" presStyleIdx="1" presStyleCnt="3"/>
      <dgm:spPr/>
    </dgm:pt>
    <dgm:pt modelId="{DC30583E-B58F-412E-B643-76F61DF6D9F2}" type="pres">
      <dgm:prSet presAssocID="{5BC4180F-3770-4FD2-89F7-4D021CE475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137E3D7-F016-4FD6-BF28-BF309FF87BFE}" type="pres">
      <dgm:prSet presAssocID="{5BC4180F-3770-4FD2-89F7-4D021CE47564}" presName="spaceRect" presStyleCnt="0"/>
      <dgm:spPr/>
    </dgm:pt>
    <dgm:pt modelId="{60C16464-7D4C-46EB-B64F-FA8984CD497B}" type="pres">
      <dgm:prSet presAssocID="{5BC4180F-3770-4FD2-89F7-4D021CE47564}" presName="parTx" presStyleLbl="revTx" presStyleIdx="1" presStyleCnt="3">
        <dgm:presLayoutVars>
          <dgm:chMax val="0"/>
          <dgm:chPref val="0"/>
        </dgm:presLayoutVars>
      </dgm:prSet>
      <dgm:spPr/>
    </dgm:pt>
    <dgm:pt modelId="{67CE0C1C-2CF8-4711-B209-5262F8C5C078}" type="pres">
      <dgm:prSet presAssocID="{5E6A2E31-5CC0-4053-9E42-B81672E578B2}" presName="sibTrans" presStyleCnt="0"/>
      <dgm:spPr/>
    </dgm:pt>
    <dgm:pt modelId="{E77177C1-04CF-4591-9882-0049E6FD0ED5}" type="pres">
      <dgm:prSet presAssocID="{B29F0AA0-FD6B-4D35-AA14-1C71DF7174C4}" presName="compNode" presStyleCnt="0"/>
      <dgm:spPr/>
    </dgm:pt>
    <dgm:pt modelId="{65A659A3-7720-4DF9-B898-944DD9AB8465}" type="pres">
      <dgm:prSet presAssocID="{B29F0AA0-FD6B-4D35-AA14-1C71DF7174C4}" presName="bgRect" presStyleLbl="bgShp" presStyleIdx="2" presStyleCnt="3"/>
      <dgm:spPr/>
    </dgm:pt>
    <dgm:pt modelId="{011C142D-0340-4D79-AF28-F23F1E8039DE}" type="pres">
      <dgm:prSet presAssocID="{B29F0AA0-FD6B-4D35-AA14-1C71DF7174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5E94915-7E19-4760-9877-D534A88DF025}" type="pres">
      <dgm:prSet presAssocID="{B29F0AA0-FD6B-4D35-AA14-1C71DF7174C4}" presName="spaceRect" presStyleCnt="0"/>
      <dgm:spPr/>
    </dgm:pt>
    <dgm:pt modelId="{C86C4CD4-2DD7-4F8F-9D3E-809115715551}" type="pres">
      <dgm:prSet presAssocID="{B29F0AA0-FD6B-4D35-AA14-1C71DF7174C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73DD718-D1BE-4D79-91AD-57E072D0784F}" type="presOf" srcId="{229B206C-5561-42DD-8273-F3DCB0839262}" destId="{93603B24-74EC-4A4C-95BC-20B12B3F4A36}" srcOrd="0" destOrd="0" presId="urn:microsoft.com/office/officeart/2018/2/layout/IconVerticalSolidList"/>
    <dgm:cxn modelId="{09C3DD69-A37C-4E43-8922-92D398752280}" srcId="{229B206C-5561-42DD-8273-F3DCB0839262}" destId="{B29F0AA0-FD6B-4D35-AA14-1C71DF7174C4}" srcOrd="2" destOrd="0" parTransId="{9234111F-9C6B-4274-8F92-9B5610C97ED3}" sibTransId="{44577761-E791-4D56-975B-5ECFBC56F96A}"/>
    <dgm:cxn modelId="{90FFE28C-4736-4FEE-A289-5B26A5796AFF}" srcId="{229B206C-5561-42DD-8273-F3DCB0839262}" destId="{8D61439D-9ED6-496E-A16B-591007E9FDEF}" srcOrd="0" destOrd="0" parTransId="{65A78932-EDF4-469A-896D-5F6521701499}" sibTransId="{74C52F72-F934-47C8-8A19-363877A251CB}"/>
    <dgm:cxn modelId="{8CE649A7-36B6-426A-B89A-801E7A7CB664}" type="presOf" srcId="{8D61439D-9ED6-496E-A16B-591007E9FDEF}" destId="{1D7ACFCF-4D21-4B35-9859-9488221244E7}" srcOrd="0" destOrd="0" presId="urn:microsoft.com/office/officeart/2018/2/layout/IconVerticalSolidList"/>
    <dgm:cxn modelId="{80788DB4-FF4A-42A2-84C9-52C2142DAC33}" type="presOf" srcId="{5BC4180F-3770-4FD2-89F7-4D021CE47564}" destId="{60C16464-7D4C-46EB-B64F-FA8984CD497B}" srcOrd="0" destOrd="0" presId="urn:microsoft.com/office/officeart/2018/2/layout/IconVerticalSolidList"/>
    <dgm:cxn modelId="{D661D3C2-1590-4BA5-AAE8-5D4BD83601B7}" srcId="{229B206C-5561-42DD-8273-F3DCB0839262}" destId="{5BC4180F-3770-4FD2-89F7-4D021CE47564}" srcOrd="1" destOrd="0" parTransId="{91AA594C-B60E-4057-8473-4627B5766741}" sibTransId="{5E6A2E31-5CC0-4053-9E42-B81672E578B2}"/>
    <dgm:cxn modelId="{A56B7DFC-C3D0-4197-9309-1BDA1369F27C}" type="presOf" srcId="{B29F0AA0-FD6B-4D35-AA14-1C71DF7174C4}" destId="{C86C4CD4-2DD7-4F8F-9D3E-809115715551}" srcOrd="0" destOrd="0" presId="urn:microsoft.com/office/officeart/2018/2/layout/IconVerticalSolidList"/>
    <dgm:cxn modelId="{283B1BC5-34FD-4BDA-9D42-93D7AB8561F2}" type="presParOf" srcId="{93603B24-74EC-4A4C-95BC-20B12B3F4A36}" destId="{4B4F64D7-863A-415E-9DA1-D99C50231A98}" srcOrd="0" destOrd="0" presId="urn:microsoft.com/office/officeart/2018/2/layout/IconVerticalSolidList"/>
    <dgm:cxn modelId="{A25717F9-C870-4D29-8167-0F7912FF5864}" type="presParOf" srcId="{4B4F64D7-863A-415E-9DA1-D99C50231A98}" destId="{1F9792F5-F09A-4FC2-8F86-5621EE51501F}" srcOrd="0" destOrd="0" presId="urn:microsoft.com/office/officeart/2018/2/layout/IconVerticalSolidList"/>
    <dgm:cxn modelId="{0D573435-8B42-40EC-A200-4D42DBF2ACFF}" type="presParOf" srcId="{4B4F64D7-863A-415E-9DA1-D99C50231A98}" destId="{C40EDCDD-F683-45A1-88A9-62C6B3529E8E}" srcOrd="1" destOrd="0" presId="urn:microsoft.com/office/officeart/2018/2/layout/IconVerticalSolidList"/>
    <dgm:cxn modelId="{5E2397CE-646F-49B9-B02C-9F90EDD332FA}" type="presParOf" srcId="{4B4F64D7-863A-415E-9DA1-D99C50231A98}" destId="{7431F676-000A-448B-8DFD-151625A0C36A}" srcOrd="2" destOrd="0" presId="urn:microsoft.com/office/officeart/2018/2/layout/IconVerticalSolidList"/>
    <dgm:cxn modelId="{1E75C809-2751-464F-B6F1-0947F587D977}" type="presParOf" srcId="{4B4F64D7-863A-415E-9DA1-D99C50231A98}" destId="{1D7ACFCF-4D21-4B35-9859-9488221244E7}" srcOrd="3" destOrd="0" presId="urn:microsoft.com/office/officeart/2018/2/layout/IconVerticalSolidList"/>
    <dgm:cxn modelId="{5BD003DB-22D8-457C-B1C6-1AFA902D6257}" type="presParOf" srcId="{93603B24-74EC-4A4C-95BC-20B12B3F4A36}" destId="{FA4A7F49-64E0-44E0-BBC7-2BBFE1E4547A}" srcOrd="1" destOrd="0" presId="urn:microsoft.com/office/officeart/2018/2/layout/IconVerticalSolidList"/>
    <dgm:cxn modelId="{BF26D54F-82F1-4D6C-8C60-509C76A1F934}" type="presParOf" srcId="{93603B24-74EC-4A4C-95BC-20B12B3F4A36}" destId="{9B4EFA38-5BE7-48E0-AB52-AA374B134A48}" srcOrd="2" destOrd="0" presId="urn:microsoft.com/office/officeart/2018/2/layout/IconVerticalSolidList"/>
    <dgm:cxn modelId="{5C616435-352E-4145-A914-259B530DD849}" type="presParOf" srcId="{9B4EFA38-5BE7-48E0-AB52-AA374B134A48}" destId="{75E375E3-09CE-4ECD-ACE1-C37328023C32}" srcOrd="0" destOrd="0" presId="urn:microsoft.com/office/officeart/2018/2/layout/IconVerticalSolidList"/>
    <dgm:cxn modelId="{F05F770B-8D30-4107-8617-CDD094ACBB51}" type="presParOf" srcId="{9B4EFA38-5BE7-48E0-AB52-AA374B134A48}" destId="{DC30583E-B58F-412E-B643-76F61DF6D9F2}" srcOrd="1" destOrd="0" presId="urn:microsoft.com/office/officeart/2018/2/layout/IconVerticalSolidList"/>
    <dgm:cxn modelId="{AF3B6349-1EF7-4BDD-8F8C-B052438064AE}" type="presParOf" srcId="{9B4EFA38-5BE7-48E0-AB52-AA374B134A48}" destId="{1137E3D7-F016-4FD6-BF28-BF309FF87BFE}" srcOrd="2" destOrd="0" presId="urn:microsoft.com/office/officeart/2018/2/layout/IconVerticalSolidList"/>
    <dgm:cxn modelId="{15872B54-01A9-484B-ABBF-B5007BDD52A5}" type="presParOf" srcId="{9B4EFA38-5BE7-48E0-AB52-AA374B134A48}" destId="{60C16464-7D4C-46EB-B64F-FA8984CD497B}" srcOrd="3" destOrd="0" presId="urn:microsoft.com/office/officeart/2018/2/layout/IconVerticalSolidList"/>
    <dgm:cxn modelId="{56E50FF0-F384-4ACE-9B0A-A8BDC192CEB5}" type="presParOf" srcId="{93603B24-74EC-4A4C-95BC-20B12B3F4A36}" destId="{67CE0C1C-2CF8-4711-B209-5262F8C5C078}" srcOrd="3" destOrd="0" presId="urn:microsoft.com/office/officeart/2018/2/layout/IconVerticalSolidList"/>
    <dgm:cxn modelId="{E15030D9-6D67-4615-AD28-09B3FD60BECD}" type="presParOf" srcId="{93603B24-74EC-4A4C-95BC-20B12B3F4A36}" destId="{E77177C1-04CF-4591-9882-0049E6FD0ED5}" srcOrd="4" destOrd="0" presId="urn:microsoft.com/office/officeart/2018/2/layout/IconVerticalSolidList"/>
    <dgm:cxn modelId="{E73FD4A7-0F83-4599-BD1B-526166D3B9BD}" type="presParOf" srcId="{E77177C1-04CF-4591-9882-0049E6FD0ED5}" destId="{65A659A3-7720-4DF9-B898-944DD9AB8465}" srcOrd="0" destOrd="0" presId="urn:microsoft.com/office/officeart/2018/2/layout/IconVerticalSolidList"/>
    <dgm:cxn modelId="{C5EF81E0-9552-4B94-BD2A-03763DEFA6E0}" type="presParOf" srcId="{E77177C1-04CF-4591-9882-0049E6FD0ED5}" destId="{011C142D-0340-4D79-AF28-F23F1E8039DE}" srcOrd="1" destOrd="0" presId="urn:microsoft.com/office/officeart/2018/2/layout/IconVerticalSolidList"/>
    <dgm:cxn modelId="{2DFBF6B0-AA2C-4AE8-B80B-421D01C5E440}" type="presParOf" srcId="{E77177C1-04CF-4591-9882-0049E6FD0ED5}" destId="{85E94915-7E19-4760-9877-D534A88DF025}" srcOrd="2" destOrd="0" presId="urn:microsoft.com/office/officeart/2018/2/layout/IconVerticalSolidList"/>
    <dgm:cxn modelId="{72E10974-B001-413C-A0E7-B1BAC65E92ED}" type="presParOf" srcId="{E77177C1-04CF-4591-9882-0049E6FD0ED5}" destId="{C86C4CD4-2DD7-4F8F-9D3E-8091157155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52F3EE-264C-4FF2-997D-37D6E9B13A7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1EAA4C3-8E44-4B4F-8EA6-79E59DD73DAC}">
      <dgm:prSet/>
      <dgm:spPr/>
      <dgm:t>
        <a:bodyPr/>
        <a:lstStyle/>
        <a:p>
          <a:r>
            <a:rPr lang="en-US"/>
            <a:t>Manipulation of human behaviour</a:t>
          </a:r>
        </a:p>
      </dgm:t>
    </dgm:pt>
    <dgm:pt modelId="{C19D0FB8-C7B6-4AC8-BA0D-5BE3234D30D8}" type="parTrans" cxnId="{4EF76D39-E04C-4BE9-ABFD-B9C73B841101}">
      <dgm:prSet/>
      <dgm:spPr/>
      <dgm:t>
        <a:bodyPr/>
        <a:lstStyle/>
        <a:p>
          <a:endParaRPr lang="en-US"/>
        </a:p>
      </dgm:t>
    </dgm:pt>
    <dgm:pt modelId="{2A52EF2C-E7F5-46DA-9489-EB0AA913D390}" type="sibTrans" cxnId="{4EF76D39-E04C-4BE9-ABFD-B9C73B841101}">
      <dgm:prSet/>
      <dgm:spPr/>
      <dgm:t>
        <a:bodyPr/>
        <a:lstStyle/>
        <a:p>
          <a:endParaRPr lang="en-US"/>
        </a:p>
      </dgm:t>
    </dgm:pt>
    <dgm:pt modelId="{78866A9D-4610-40DD-AAC7-24FEA279DEEB}">
      <dgm:prSet/>
      <dgm:spPr/>
      <dgm:t>
        <a:bodyPr/>
        <a:lstStyle/>
        <a:p>
          <a:r>
            <a:rPr lang="en-US"/>
            <a:t>Uses fear, urgency, and trust</a:t>
          </a:r>
        </a:p>
      </dgm:t>
    </dgm:pt>
    <dgm:pt modelId="{5A8F6518-F23E-4D94-B6DC-F8D6AD9E9D39}" type="parTrans" cxnId="{38CEBD3B-7DCA-4AD8-BF12-C61AC664DF03}">
      <dgm:prSet/>
      <dgm:spPr/>
      <dgm:t>
        <a:bodyPr/>
        <a:lstStyle/>
        <a:p>
          <a:endParaRPr lang="en-US"/>
        </a:p>
      </dgm:t>
    </dgm:pt>
    <dgm:pt modelId="{A5E7D63F-9B65-4D5F-89BE-4F9AB8C1BEFE}" type="sibTrans" cxnId="{38CEBD3B-7DCA-4AD8-BF12-C61AC664DF03}">
      <dgm:prSet/>
      <dgm:spPr/>
      <dgm:t>
        <a:bodyPr/>
        <a:lstStyle/>
        <a:p>
          <a:endParaRPr lang="en-US"/>
        </a:p>
      </dgm:t>
    </dgm:pt>
    <dgm:pt modelId="{5286064D-9AE2-4EE8-9FAA-D542A0DD7322}">
      <dgm:prSet/>
      <dgm:spPr/>
      <dgm:t>
        <a:bodyPr/>
        <a:lstStyle/>
        <a:p>
          <a:r>
            <a:rPr lang="en-US"/>
            <a:t>Makes users act without thinking</a:t>
          </a:r>
        </a:p>
      </dgm:t>
    </dgm:pt>
    <dgm:pt modelId="{EAD0B4F5-A55F-4F8F-B703-6215ACFD7307}" type="parTrans" cxnId="{F3731C32-AF7D-44EA-B142-B99BD83C342B}">
      <dgm:prSet/>
      <dgm:spPr/>
      <dgm:t>
        <a:bodyPr/>
        <a:lstStyle/>
        <a:p>
          <a:endParaRPr lang="en-US"/>
        </a:p>
      </dgm:t>
    </dgm:pt>
    <dgm:pt modelId="{1A9D9E17-4F06-4081-99E7-47AB2D52222C}" type="sibTrans" cxnId="{F3731C32-AF7D-44EA-B142-B99BD83C342B}">
      <dgm:prSet/>
      <dgm:spPr/>
      <dgm:t>
        <a:bodyPr/>
        <a:lstStyle/>
        <a:p>
          <a:endParaRPr lang="en-US"/>
        </a:p>
      </dgm:t>
    </dgm:pt>
    <dgm:pt modelId="{9AEB1DB6-75B6-4CCF-8BFC-48D369197303}" type="pres">
      <dgm:prSet presAssocID="{8D52F3EE-264C-4FF2-997D-37D6E9B13A76}" presName="linear" presStyleCnt="0">
        <dgm:presLayoutVars>
          <dgm:animLvl val="lvl"/>
          <dgm:resizeHandles val="exact"/>
        </dgm:presLayoutVars>
      </dgm:prSet>
      <dgm:spPr/>
    </dgm:pt>
    <dgm:pt modelId="{76E350EA-220D-4160-AE7E-6194475AAC02}" type="pres">
      <dgm:prSet presAssocID="{11EAA4C3-8E44-4B4F-8EA6-79E59DD73D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159D4E0-956F-40AF-9D6D-50C9F563C498}" type="pres">
      <dgm:prSet presAssocID="{2A52EF2C-E7F5-46DA-9489-EB0AA913D390}" presName="spacer" presStyleCnt="0"/>
      <dgm:spPr/>
    </dgm:pt>
    <dgm:pt modelId="{5CB168A6-23ED-43CF-99DC-E1B66A5FF62F}" type="pres">
      <dgm:prSet presAssocID="{78866A9D-4610-40DD-AAC7-24FEA279DEE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F259422-9A6A-4BB4-AEAE-15CC1F6B2A25}" type="pres">
      <dgm:prSet presAssocID="{A5E7D63F-9B65-4D5F-89BE-4F9AB8C1BEFE}" presName="spacer" presStyleCnt="0"/>
      <dgm:spPr/>
    </dgm:pt>
    <dgm:pt modelId="{87937142-44E9-4BA4-A3A6-D24BFAA57E44}" type="pres">
      <dgm:prSet presAssocID="{5286064D-9AE2-4EE8-9FAA-D542A0DD732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3731C32-AF7D-44EA-B142-B99BD83C342B}" srcId="{8D52F3EE-264C-4FF2-997D-37D6E9B13A76}" destId="{5286064D-9AE2-4EE8-9FAA-D542A0DD7322}" srcOrd="2" destOrd="0" parTransId="{EAD0B4F5-A55F-4F8F-B703-6215ACFD7307}" sibTransId="{1A9D9E17-4F06-4081-99E7-47AB2D52222C}"/>
    <dgm:cxn modelId="{4EF76D39-E04C-4BE9-ABFD-B9C73B841101}" srcId="{8D52F3EE-264C-4FF2-997D-37D6E9B13A76}" destId="{11EAA4C3-8E44-4B4F-8EA6-79E59DD73DAC}" srcOrd="0" destOrd="0" parTransId="{C19D0FB8-C7B6-4AC8-BA0D-5BE3234D30D8}" sibTransId="{2A52EF2C-E7F5-46DA-9489-EB0AA913D390}"/>
    <dgm:cxn modelId="{38CEBD3B-7DCA-4AD8-BF12-C61AC664DF03}" srcId="{8D52F3EE-264C-4FF2-997D-37D6E9B13A76}" destId="{78866A9D-4610-40DD-AAC7-24FEA279DEEB}" srcOrd="1" destOrd="0" parTransId="{5A8F6518-F23E-4D94-B6DC-F8D6AD9E9D39}" sibTransId="{A5E7D63F-9B65-4D5F-89BE-4F9AB8C1BEFE}"/>
    <dgm:cxn modelId="{EB94F087-5236-4E90-8473-FFB7F8A0D2E4}" type="presOf" srcId="{5286064D-9AE2-4EE8-9FAA-D542A0DD7322}" destId="{87937142-44E9-4BA4-A3A6-D24BFAA57E44}" srcOrd="0" destOrd="0" presId="urn:microsoft.com/office/officeart/2005/8/layout/vList2"/>
    <dgm:cxn modelId="{4B351A8E-0D21-45D8-9B5C-ACF210D375EB}" type="presOf" srcId="{11EAA4C3-8E44-4B4F-8EA6-79E59DD73DAC}" destId="{76E350EA-220D-4160-AE7E-6194475AAC02}" srcOrd="0" destOrd="0" presId="urn:microsoft.com/office/officeart/2005/8/layout/vList2"/>
    <dgm:cxn modelId="{3088BA8F-6B6A-4F3C-A254-AB2A4C80FA11}" type="presOf" srcId="{8D52F3EE-264C-4FF2-997D-37D6E9B13A76}" destId="{9AEB1DB6-75B6-4CCF-8BFC-48D369197303}" srcOrd="0" destOrd="0" presId="urn:microsoft.com/office/officeart/2005/8/layout/vList2"/>
    <dgm:cxn modelId="{B2F4B6C5-CC68-4B45-9715-D632C884CB4E}" type="presOf" srcId="{78866A9D-4610-40DD-AAC7-24FEA279DEEB}" destId="{5CB168A6-23ED-43CF-99DC-E1B66A5FF62F}" srcOrd="0" destOrd="0" presId="urn:microsoft.com/office/officeart/2005/8/layout/vList2"/>
    <dgm:cxn modelId="{44782D77-F3FB-4963-8888-262F53587468}" type="presParOf" srcId="{9AEB1DB6-75B6-4CCF-8BFC-48D369197303}" destId="{76E350EA-220D-4160-AE7E-6194475AAC02}" srcOrd="0" destOrd="0" presId="urn:microsoft.com/office/officeart/2005/8/layout/vList2"/>
    <dgm:cxn modelId="{39542A7E-0831-43BF-8225-997CA9C95A26}" type="presParOf" srcId="{9AEB1DB6-75B6-4CCF-8BFC-48D369197303}" destId="{0159D4E0-956F-40AF-9D6D-50C9F563C498}" srcOrd="1" destOrd="0" presId="urn:microsoft.com/office/officeart/2005/8/layout/vList2"/>
    <dgm:cxn modelId="{3CC2CC18-0211-49E9-91B6-CE7A1A7CC750}" type="presParOf" srcId="{9AEB1DB6-75B6-4CCF-8BFC-48D369197303}" destId="{5CB168A6-23ED-43CF-99DC-E1B66A5FF62F}" srcOrd="2" destOrd="0" presId="urn:microsoft.com/office/officeart/2005/8/layout/vList2"/>
    <dgm:cxn modelId="{665DC9D3-0521-427B-B425-40DE8DB9257E}" type="presParOf" srcId="{9AEB1DB6-75B6-4CCF-8BFC-48D369197303}" destId="{7F259422-9A6A-4BB4-AEAE-15CC1F6B2A25}" srcOrd="3" destOrd="0" presId="urn:microsoft.com/office/officeart/2005/8/layout/vList2"/>
    <dgm:cxn modelId="{9B2F7F9A-41AF-4963-A83C-40095B43CC91}" type="presParOf" srcId="{9AEB1DB6-75B6-4CCF-8BFC-48D369197303}" destId="{87937142-44E9-4BA4-A3A6-D24BFAA57E4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D563D0-5113-4A6A-AD53-4C0BBBE22A7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BEA5A8F-5138-4A28-8B90-D2BD59ECF40C}">
      <dgm:prSet/>
      <dgm:spPr/>
      <dgm:t>
        <a:bodyPr/>
        <a:lstStyle/>
        <a:p>
          <a:r>
            <a:rPr lang="en-US"/>
            <a:t>Fear: “Your account will be closed”</a:t>
          </a:r>
        </a:p>
      </dgm:t>
    </dgm:pt>
    <dgm:pt modelId="{B6B8CA1E-C6B1-40C0-87B5-808C27BFEEA1}" type="parTrans" cxnId="{DE8B7E65-C65C-41C8-8F73-E9DF9C65810A}">
      <dgm:prSet/>
      <dgm:spPr/>
      <dgm:t>
        <a:bodyPr/>
        <a:lstStyle/>
        <a:p>
          <a:endParaRPr lang="en-US"/>
        </a:p>
      </dgm:t>
    </dgm:pt>
    <dgm:pt modelId="{53A9CFDD-8596-468B-AE54-3C3EABB93203}" type="sibTrans" cxnId="{DE8B7E65-C65C-41C8-8F73-E9DF9C65810A}">
      <dgm:prSet/>
      <dgm:spPr/>
      <dgm:t>
        <a:bodyPr/>
        <a:lstStyle/>
        <a:p>
          <a:endParaRPr lang="en-US"/>
        </a:p>
      </dgm:t>
    </dgm:pt>
    <dgm:pt modelId="{32BB1AA4-26F0-49E8-805D-1CEAA7A24ADF}">
      <dgm:prSet/>
      <dgm:spPr/>
      <dgm:t>
        <a:bodyPr/>
        <a:lstStyle/>
        <a:p>
          <a:r>
            <a:rPr lang="en-US"/>
            <a:t>Urgency: “Act now”</a:t>
          </a:r>
        </a:p>
      </dgm:t>
    </dgm:pt>
    <dgm:pt modelId="{A9D97AE6-70F6-43DF-AFEF-72494906C243}" type="parTrans" cxnId="{1B15FCE4-6DEC-4850-A817-AB7604B58C77}">
      <dgm:prSet/>
      <dgm:spPr/>
      <dgm:t>
        <a:bodyPr/>
        <a:lstStyle/>
        <a:p>
          <a:endParaRPr lang="en-US"/>
        </a:p>
      </dgm:t>
    </dgm:pt>
    <dgm:pt modelId="{30B8AF05-189B-4FB3-B578-7275E0386AEE}" type="sibTrans" cxnId="{1B15FCE4-6DEC-4850-A817-AB7604B58C77}">
      <dgm:prSet/>
      <dgm:spPr/>
      <dgm:t>
        <a:bodyPr/>
        <a:lstStyle/>
        <a:p>
          <a:endParaRPr lang="en-US"/>
        </a:p>
      </dgm:t>
    </dgm:pt>
    <dgm:pt modelId="{5E108B19-AF45-4D0D-8C0D-F0E123F39C12}">
      <dgm:prSet/>
      <dgm:spPr/>
      <dgm:t>
        <a:bodyPr/>
        <a:lstStyle/>
        <a:p>
          <a:r>
            <a:rPr lang="en-US"/>
            <a:t>Authority: Pretending to be banks or companies</a:t>
          </a:r>
        </a:p>
      </dgm:t>
    </dgm:pt>
    <dgm:pt modelId="{73859AEB-4D38-4B16-8206-18C580C6C392}" type="parTrans" cxnId="{898B9D90-8C9E-48A8-B821-B857AE5E2D53}">
      <dgm:prSet/>
      <dgm:spPr/>
      <dgm:t>
        <a:bodyPr/>
        <a:lstStyle/>
        <a:p>
          <a:endParaRPr lang="en-US"/>
        </a:p>
      </dgm:t>
    </dgm:pt>
    <dgm:pt modelId="{620D9664-FEF9-44AF-9F96-A7560B938BA5}" type="sibTrans" cxnId="{898B9D90-8C9E-48A8-B821-B857AE5E2D53}">
      <dgm:prSet/>
      <dgm:spPr/>
      <dgm:t>
        <a:bodyPr/>
        <a:lstStyle/>
        <a:p>
          <a:endParaRPr lang="en-US"/>
        </a:p>
      </dgm:t>
    </dgm:pt>
    <dgm:pt modelId="{301FDE3B-F09B-4474-B79B-CDBD8CBD82BE}">
      <dgm:prSet/>
      <dgm:spPr/>
      <dgm:t>
        <a:bodyPr/>
        <a:lstStyle/>
        <a:p>
          <a:r>
            <a:rPr lang="en-US"/>
            <a:t>Curiosity: “You won a prize”</a:t>
          </a:r>
        </a:p>
      </dgm:t>
    </dgm:pt>
    <dgm:pt modelId="{4E9A7357-8C53-4323-9AFB-19709CEDF959}" type="parTrans" cxnId="{5F3AAF4C-1A8D-41E9-B1D8-97E76FAA8A5F}">
      <dgm:prSet/>
      <dgm:spPr/>
      <dgm:t>
        <a:bodyPr/>
        <a:lstStyle/>
        <a:p>
          <a:endParaRPr lang="en-US"/>
        </a:p>
      </dgm:t>
    </dgm:pt>
    <dgm:pt modelId="{F2EE36A1-73AD-42B4-9E5C-2762DBE18E53}" type="sibTrans" cxnId="{5F3AAF4C-1A8D-41E9-B1D8-97E76FAA8A5F}">
      <dgm:prSet/>
      <dgm:spPr/>
      <dgm:t>
        <a:bodyPr/>
        <a:lstStyle/>
        <a:p>
          <a:endParaRPr lang="en-US"/>
        </a:p>
      </dgm:t>
    </dgm:pt>
    <dgm:pt modelId="{854BF0FA-089F-445F-B4FE-C8075E6D3691}" type="pres">
      <dgm:prSet presAssocID="{11D563D0-5113-4A6A-AD53-4C0BBBE22A7A}" presName="root" presStyleCnt="0">
        <dgm:presLayoutVars>
          <dgm:dir/>
          <dgm:resizeHandles val="exact"/>
        </dgm:presLayoutVars>
      </dgm:prSet>
      <dgm:spPr/>
    </dgm:pt>
    <dgm:pt modelId="{79BA2A7F-FBE2-4760-A075-0F6E79C2CF4C}" type="pres">
      <dgm:prSet presAssocID="{CBEA5A8F-5138-4A28-8B90-D2BD59ECF40C}" presName="compNode" presStyleCnt="0"/>
      <dgm:spPr/>
    </dgm:pt>
    <dgm:pt modelId="{9796D106-99E4-4DB2-ABE2-5BD2EF17C0AA}" type="pres">
      <dgm:prSet presAssocID="{CBEA5A8F-5138-4A28-8B90-D2BD59ECF40C}" presName="bgRect" presStyleLbl="bgShp" presStyleIdx="0" presStyleCnt="4"/>
      <dgm:spPr/>
    </dgm:pt>
    <dgm:pt modelId="{24725808-278B-4C2C-87FB-828E27CD0E45}" type="pres">
      <dgm:prSet presAssocID="{CBEA5A8F-5138-4A28-8B90-D2BD59ECF40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F3AA0085-C176-4637-A867-019E27AF990A}" type="pres">
      <dgm:prSet presAssocID="{CBEA5A8F-5138-4A28-8B90-D2BD59ECF40C}" presName="spaceRect" presStyleCnt="0"/>
      <dgm:spPr/>
    </dgm:pt>
    <dgm:pt modelId="{21CBB505-362B-4E86-9CA0-E9A00A9B6058}" type="pres">
      <dgm:prSet presAssocID="{CBEA5A8F-5138-4A28-8B90-D2BD59ECF40C}" presName="parTx" presStyleLbl="revTx" presStyleIdx="0" presStyleCnt="4">
        <dgm:presLayoutVars>
          <dgm:chMax val="0"/>
          <dgm:chPref val="0"/>
        </dgm:presLayoutVars>
      </dgm:prSet>
      <dgm:spPr/>
    </dgm:pt>
    <dgm:pt modelId="{ABE8B11C-E91F-4CCA-B4BE-019CDAC47C5F}" type="pres">
      <dgm:prSet presAssocID="{53A9CFDD-8596-468B-AE54-3C3EABB93203}" presName="sibTrans" presStyleCnt="0"/>
      <dgm:spPr/>
    </dgm:pt>
    <dgm:pt modelId="{11CB71E1-7E83-4736-8F99-3EF34688C19F}" type="pres">
      <dgm:prSet presAssocID="{32BB1AA4-26F0-49E8-805D-1CEAA7A24ADF}" presName="compNode" presStyleCnt="0"/>
      <dgm:spPr/>
    </dgm:pt>
    <dgm:pt modelId="{4641970E-167A-45BA-B63A-52F0F13A4ACA}" type="pres">
      <dgm:prSet presAssocID="{32BB1AA4-26F0-49E8-805D-1CEAA7A24ADF}" presName="bgRect" presStyleLbl="bgShp" presStyleIdx="1" presStyleCnt="4"/>
      <dgm:spPr/>
    </dgm:pt>
    <dgm:pt modelId="{314781D6-EF42-4BB1-AFBE-437DB8C678DF}" type="pres">
      <dgm:prSet presAssocID="{32BB1AA4-26F0-49E8-805D-1CEAA7A24AD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1B81B6A6-EE65-4928-BE18-9B56CB220A14}" type="pres">
      <dgm:prSet presAssocID="{32BB1AA4-26F0-49E8-805D-1CEAA7A24ADF}" presName="spaceRect" presStyleCnt="0"/>
      <dgm:spPr/>
    </dgm:pt>
    <dgm:pt modelId="{F0DD6E76-C20A-4398-9315-80091485B1CC}" type="pres">
      <dgm:prSet presAssocID="{32BB1AA4-26F0-49E8-805D-1CEAA7A24ADF}" presName="parTx" presStyleLbl="revTx" presStyleIdx="1" presStyleCnt="4">
        <dgm:presLayoutVars>
          <dgm:chMax val="0"/>
          <dgm:chPref val="0"/>
        </dgm:presLayoutVars>
      </dgm:prSet>
      <dgm:spPr/>
    </dgm:pt>
    <dgm:pt modelId="{C82BF2F3-3692-40C7-AD2F-9E4A6EA69082}" type="pres">
      <dgm:prSet presAssocID="{30B8AF05-189B-4FB3-B578-7275E0386AEE}" presName="sibTrans" presStyleCnt="0"/>
      <dgm:spPr/>
    </dgm:pt>
    <dgm:pt modelId="{D85475F9-1A87-40F4-B223-CC1B4EDA82CD}" type="pres">
      <dgm:prSet presAssocID="{5E108B19-AF45-4D0D-8C0D-F0E123F39C12}" presName="compNode" presStyleCnt="0"/>
      <dgm:spPr/>
    </dgm:pt>
    <dgm:pt modelId="{B30FB6FD-D979-4A7A-8DBC-14CCF63FE866}" type="pres">
      <dgm:prSet presAssocID="{5E108B19-AF45-4D0D-8C0D-F0E123F39C12}" presName="bgRect" presStyleLbl="bgShp" presStyleIdx="2" presStyleCnt="4"/>
      <dgm:spPr/>
    </dgm:pt>
    <dgm:pt modelId="{D1DE9EE3-AE13-43A3-B3A4-DC23C0877964}" type="pres">
      <dgm:prSet presAssocID="{5E108B19-AF45-4D0D-8C0D-F0E123F39C1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46F53F9-81FA-400C-A3EB-E976480D0A46}" type="pres">
      <dgm:prSet presAssocID="{5E108B19-AF45-4D0D-8C0D-F0E123F39C12}" presName="spaceRect" presStyleCnt="0"/>
      <dgm:spPr/>
    </dgm:pt>
    <dgm:pt modelId="{4D756149-A465-4F1C-B4DC-797B461D6856}" type="pres">
      <dgm:prSet presAssocID="{5E108B19-AF45-4D0D-8C0D-F0E123F39C12}" presName="parTx" presStyleLbl="revTx" presStyleIdx="2" presStyleCnt="4">
        <dgm:presLayoutVars>
          <dgm:chMax val="0"/>
          <dgm:chPref val="0"/>
        </dgm:presLayoutVars>
      </dgm:prSet>
      <dgm:spPr/>
    </dgm:pt>
    <dgm:pt modelId="{CA55FE25-7A38-4C65-BEBC-3C332DECAD2C}" type="pres">
      <dgm:prSet presAssocID="{620D9664-FEF9-44AF-9F96-A7560B938BA5}" presName="sibTrans" presStyleCnt="0"/>
      <dgm:spPr/>
    </dgm:pt>
    <dgm:pt modelId="{1BA364E3-A99D-4A20-895A-72E12FF54C79}" type="pres">
      <dgm:prSet presAssocID="{301FDE3B-F09B-4474-B79B-CDBD8CBD82BE}" presName="compNode" presStyleCnt="0"/>
      <dgm:spPr/>
    </dgm:pt>
    <dgm:pt modelId="{2CF74BC2-C997-412C-89E2-63FF0DBA04AD}" type="pres">
      <dgm:prSet presAssocID="{301FDE3B-F09B-4474-B79B-CDBD8CBD82BE}" presName="bgRect" presStyleLbl="bgShp" presStyleIdx="3" presStyleCnt="4"/>
      <dgm:spPr/>
    </dgm:pt>
    <dgm:pt modelId="{672EBECD-0E44-49CE-9B6A-4973709D77B2}" type="pres">
      <dgm:prSet presAssocID="{301FDE3B-F09B-4474-B79B-CDBD8CBD82B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C71446FE-7AB5-44D3-80F2-0BBA698C601D}" type="pres">
      <dgm:prSet presAssocID="{301FDE3B-F09B-4474-B79B-CDBD8CBD82BE}" presName="spaceRect" presStyleCnt="0"/>
      <dgm:spPr/>
    </dgm:pt>
    <dgm:pt modelId="{A1C2B014-41D0-4A47-8E8E-C00DDD789468}" type="pres">
      <dgm:prSet presAssocID="{301FDE3B-F09B-4474-B79B-CDBD8CBD82B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E8B7E65-C65C-41C8-8F73-E9DF9C65810A}" srcId="{11D563D0-5113-4A6A-AD53-4C0BBBE22A7A}" destId="{CBEA5A8F-5138-4A28-8B90-D2BD59ECF40C}" srcOrd="0" destOrd="0" parTransId="{B6B8CA1E-C6B1-40C0-87B5-808C27BFEEA1}" sibTransId="{53A9CFDD-8596-468B-AE54-3C3EABB93203}"/>
    <dgm:cxn modelId="{5F3AAF4C-1A8D-41E9-B1D8-97E76FAA8A5F}" srcId="{11D563D0-5113-4A6A-AD53-4C0BBBE22A7A}" destId="{301FDE3B-F09B-4474-B79B-CDBD8CBD82BE}" srcOrd="3" destOrd="0" parTransId="{4E9A7357-8C53-4323-9AFB-19709CEDF959}" sibTransId="{F2EE36A1-73AD-42B4-9E5C-2762DBE18E53}"/>
    <dgm:cxn modelId="{C0403676-9388-49EC-B9BD-8091E01C051F}" type="presOf" srcId="{5E108B19-AF45-4D0D-8C0D-F0E123F39C12}" destId="{4D756149-A465-4F1C-B4DC-797B461D6856}" srcOrd="0" destOrd="0" presId="urn:microsoft.com/office/officeart/2018/2/layout/IconVerticalSolidList"/>
    <dgm:cxn modelId="{898B9D90-8C9E-48A8-B821-B857AE5E2D53}" srcId="{11D563D0-5113-4A6A-AD53-4C0BBBE22A7A}" destId="{5E108B19-AF45-4D0D-8C0D-F0E123F39C12}" srcOrd="2" destOrd="0" parTransId="{73859AEB-4D38-4B16-8206-18C580C6C392}" sibTransId="{620D9664-FEF9-44AF-9F96-A7560B938BA5}"/>
    <dgm:cxn modelId="{F2DBD696-0E95-4AE7-8A22-609F58355337}" type="presOf" srcId="{32BB1AA4-26F0-49E8-805D-1CEAA7A24ADF}" destId="{F0DD6E76-C20A-4398-9315-80091485B1CC}" srcOrd="0" destOrd="0" presId="urn:microsoft.com/office/officeart/2018/2/layout/IconVerticalSolidList"/>
    <dgm:cxn modelId="{7A3ECACA-A9A1-45AB-A883-44BCA73A6070}" type="presOf" srcId="{11D563D0-5113-4A6A-AD53-4C0BBBE22A7A}" destId="{854BF0FA-089F-445F-B4FE-C8075E6D3691}" srcOrd="0" destOrd="0" presId="urn:microsoft.com/office/officeart/2018/2/layout/IconVerticalSolidList"/>
    <dgm:cxn modelId="{F79A0ECD-2FFC-44BB-8983-7516209AE755}" type="presOf" srcId="{CBEA5A8F-5138-4A28-8B90-D2BD59ECF40C}" destId="{21CBB505-362B-4E86-9CA0-E9A00A9B6058}" srcOrd="0" destOrd="0" presId="urn:microsoft.com/office/officeart/2018/2/layout/IconVerticalSolidList"/>
    <dgm:cxn modelId="{1B15FCE4-6DEC-4850-A817-AB7604B58C77}" srcId="{11D563D0-5113-4A6A-AD53-4C0BBBE22A7A}" destId="{32BB1AA4-26F0-49E8-805D-1CEAA7A24ADF}" srcOrd="1" destOrd="0" parTransId="{A9D97AE6-70F6-43DF-AFEF-72494906C243}" sibTransId="{30B8AF05-189B-4FB3-B578-7275E0386AEE}"/>
    <dgm:cxn modelId="{E6BA42F4-26EE-4E9F-95F9-8FECE2AAFF71}" type="presOf" srcId="{301FDE3B-F09B-4474-B79B-CDBD8CBD82BE}" destId="{A1C2B014-41D0-4A47-8E8E-C00DDD789468}" srcOrd="0" destOrd="0" presId="urn:microsoft.com/office/officeart/2018/2/layout/IconVerticalSolidList"/>
    <dgm:cxn modelId="{E1A606C1-94DB-4396-9B5B-1AC601B2B8F2}" type="presParOf" srcId="{854BF0FA-089F-445F-B4FE-C8075E6D3691}" destId="{79BA2A7F-FBE2-4760-A075-0F6E79C2CF4C}" srcOrd="0" destOrd="0" presId="urn:microsoft.com/office/officeart/2018/2/layout/IconVerticalSolidList"/>
    <dgm:cxn modelId="{9D848EEB-9E6B-4CCD-B576-1CEA95ABA9A2}" type="presParOf" srcId="{79BA2A7F-FBE2-4760-A075-0F6E79C2CF4C}" destId="{9796D106-99E4-4DB2-ABE2-5BD2EF17C0AA}" srcOrd="0" destOrd="0" presId="urn:microsoft.com/office/officeart/2018/2/layout/IconVerticalSolidList"/>
    <dgm:cxn modelId="{4EC362F0-8F58-48C8-8BA5-1ABD9EA6FBB8}" type="presParOf" srcId="{79BA2A7F-FBE2-4760-A075-0F6E79C2CF4C}" destId="{24725808-278B-4C2C-87FB-828E27CD0E45}" srcOrd="1" destOrd="0" presId="urn:microsoft.com/office/officeart/2018/2/layout/IconVerticalSolidList"/>
    <dgm:cxn modelId="{8153464B-1165-4539-834E-5686F38B3EF6}" type="presParOf" srcId="{79BA2A7F-FBE2-4760-A075-0F6E79C2CF4C}" destId="{F3AA0085-C176-4637-A867-019E27AF990A}" srcOrd="2" destOrd="0" presId="urn:microsoft.com/office/officeart/2018/2/layout/IconVerticalSolidList"/>
    <dgm:cxn modelId="{A089CFDC-BD5B-4110-9618-9C374F1336DA}" type="presParOf" srcId="{79BA2A7F-FBE2-4760-A075-0F6E79C2CF4C}" destId="{21CBB505-362B-4E86-9CA0-E9A00A9B6058}" srcOrd="3" destOrd="0" presId="urn:microsoft.com/office/officeart/2018/2/layout/IconVerticalSolidList"/>
    <dgm:cxn modelId="{FA591CB1-6F29-47C5-A151-6360689BCA50}" type="presParOf" srcId="{854BF0FA-089F-445F-B4FE-C8075E6D3691}" destId="{ABE8B11C-E91F-4CCA-B4BE-019CDAC47C5F}" srcOrd="1" destOrd="0" presId="urn:microsoft.com/office/officeart/2018/2/layout/IconVerticalSolidList"/>
    <dgm:cxn modelId="{C9520B1C-0CC8-4F8F-9474-3DD41C31351A}" type="presParOf" srcId="{854BF0FA-089F-445F-B4FE-C8075E6D3691}" destId="{11CB71E1-7E83-4736-8F99-3EF34688C19F}" srcOrd="2" destOrd="0" presId="urn:microsoft.com/office/officeart/2018/2/layout/IconVerticalSolidList"/>
    <dgm:cxn modelId="{B703B816-09F7-4027-BAA2-D344DEC7F4A2}" type="presParOf" srcId="{11CB71E1-7E83-4736-8F99-3EF34688C19F}" destId="{4641970E-167A-45BA-B63A-52F0F13A4ACA}" srcOrd="0" destOrd="0" presId="urn:microsoft.com/office/officeart/2018/2/layout/IconVerticalSolidList"/>
    <dgm:cxn modelId="{583DCE6A-2582-4B7F-99B8-494C824366F0}" type="presParOf" srcId="{11CB71E1-7E83-4736-8F99-3EF34688C19F}" destId="{314781D6-EF42-4BB1-AFBE-437DB8C678DF}" srcOrd="1" destOrd="0" presId="urn:microsoft.com/office/officeart/2018/2/layout/IconVerticalSolidList"/>
    <dgm:cxn modelId="{796158AC-122B-458F-AEE8-6DE962E72746}" type="presParOf" srcId="{11CB71E1-7E83-4736-8F99-3EF34688C19F}" destId="{1B81B6A6-EE65-4928-BE18-9B56CB220A14}" srcOrd="2" destOrd="0" presId="urn:microsoft.com/office/officeart/2018/2/layout/IconVerticalSolidList"/>
    <dgm:cxn modelId="{D5B55543-1391-44C8-8120-B7C275B8C59D}" type="presParOf" srcId="{11CB71E1-7E83-4736-8F99-3EF34688C19F}" destId="{F0DD6E76-C20A-4398-9315-80091485B1CC}" srcOrd="3" destOrd="0" presId="urn:microsoft.com/office/officeart/2018/2/layout/IconVerticalSolidList"/>
    <dgm:cxn modelId="{97637674-97CF-4446-90B6-EBA3B5F0E410}" type="presParOf" srcId="{854BF0FA-089F-445F-B4FE-C8075E6D3691}" destId="{C82BF2F3-3692-40C7-AD2F-9E4A6EA69082}" srcOrd="3" destOrd="0" presId="urn:microsoft.com/office/officeart/2018/2/layout/IconVerticalSolidList"/>
    <dgm:cxn modelId="{FFE567A3-5B7B-412F-9943-BD4985070EB8}" type="presParOf" srcId="{854BF0FA-089F-445F-B4FE-C8075E6D3691}" destId="{D85475F9-1A87-40F4-B223-CC1B4EDA82CD}" srcOrd="4" destOrd="0" presId="urn:microsoft.com/office/officeart/2018/2/layout/IconVerticalSolidList"/>
    <dgm:cxn modelId="{E432589D-8B0D-4C30-9CE7-11798E602917}" type="presParOf" srcId="{D85475F9-1A87-40F4-B223-CC1B4EDA82CD}" destId="{B30FB6FD-D979-4A7A-8DBC-14CCF63FE866}" srcOrd="0" destOrd="0" presId="urn:microsoft.com/office/officeart/2018/2/layout/IconVerticalSolidList"/>
    <dgm:cxn modelId="{B8C23B06-8E74-4013-B9F0-1968CF02D8E1}" type="presParOf" srcId="{D85475F9-1A87-40F4-B223-CC1B4EDA82CD}" destId="{D1DE9EE3-AE13-43A3-B3A4-DC23C0877964}" srcOrd="1" destOrd="0" presId="urn:microsoft.com/office/officeart/2018/2/layout/IconVerticalSolidList"/>
    <dgm:cxn modelId="{F1414987-E32E-48BB-969D-3EB49DFC4A02}" type="presParOf" srcId="{D85475F9-1A87-40F4-B223-CC1B4EDA82CD}" destId="{B46F53F9-81FA-400C-A3EB-E976480D0A46}" srcOrd="2" destOrd="0" presId="urn:microsoft.com/office/officeart/2018/2/layout/IconVerticalSolidList"/>
    <dgm:cxn modelId="{FD3DA24D-D636-4249-BD28-268D58DA6A3C}" type="presParOf" srcId="{D85475F9-1A87-40F4-B223-CC1B4EDA82CD}" destId="{4D756149-A465-4F1C-B4DC-797B461D6856}" srcOrd="3" destOrd="0" presId="urn:microsoft.com/office/officeart/2018/2/layout/IconVerticalSolidList"/>
    <dgm:cxn modelId="{80A0E222-7091-43D7-8F9F-48C3394CC3A9}" type="presParOf" srcId="{854BF0FA-089F-445F-B4FE-C8075E6D3691}" destId="{CA55FE25-7A38-4C65-BEBC-3C332DECAD2C}" srcOrd="5" destOrd="0" presId="urn:microsoft.com/office/officeart/2018/2/layout/IconVerticalSolidList"/>
    <dgm:cxn modelId="{5632C1DF-272D-45D9-94BC-B4E94DE8A263}" type="presParOf" srcId="{854BF0FA-089F-445F-B4FE-C8075E6D3691}" destId="{1BA364E3-A99D-4A20-895A-72E12FF54C79}" srcOrd="6" destOrd="0" presId="urn:microsoft.com/office/officeart/2018/2/layout/IconVerticalSolidList"/>
    <dgm:cxn modelId="{9B3F96C5-7A4A-4F6E-93D0-20776CF74405}" type="presParOf" srcId="{1BA364E3-A99D-4A20-895A-72E12FF54C79}" destId="{2CF74BC2-C997-412C-89E2-63FF0DBA04AD}" srcOrd="0" destOrd="0" presId="urn:microsoft.com/office/officeart/2018/2/layout/IconVerticalSolidList"/>
    <dgm:cxn modelId="{30D804CD-FCC2-40C8-A846-1F5051487E8C}" type="presParOf" srcId="{1BA364E3-A99D-4A20-895A-72E12FF54C79}" destId="{672EBECD-0E44-49CE-9B6A-4973709D77B2}" srcOrd="1" destOrd="0" presId="urn:microsoft.com/office/officeart/2018/2/layout/IconVerticalSolidList"/>
    <dgm:cxn modelId="{222B6996-A53B-4DCB-966A-CAC622202F50}" type="presParOf" srcId="{1BA364E3-A99D-4A20-895A-72E12FF54C79}" destId="{C71446FE-7AB5-44D3-80F2-0BBA698C601D}" srcOrd="2" destOrd="0" presId="urn:microsoft.com/office/officeart/2018/2/layout/IconVerticalSolidList"/>
    <dgm:cxn modelId="{B2031CF7-2D1B-48F7-BB59-9B87C79D7F25}" type="presParOf" srcId="{1BA364E3-A99D-4A20-895A-72E12FF54C79}" destId="{A1C2B014-41D0-4A47-8E8E-C00DDD7894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7CD4EAF-D446-40B6-8A7D-B785572BCD94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A5CA68-DAA4-43D5-8C75-8E0C779B73C6}">
      <dgm:prSet/>
      <dgm:spPr/>
      <dgm:t>
        <a:bodyPr/>
        <a:lstStyle/>
        <a:p>
          <a:r>
            <a:rPr lang="en-US"/>
            <a:t>Don’t click on</a:t>
          </a:r>
        </a:p>
      </dgm:t>
    </dgm:pt>
    <dgm:pt modelId="{1219FF55-C6E3-4DEF-8E97-B1FE0F82F26F}" type="parTrans" cxnId="{70128170-6589-404B-BF08-D6611A0CAB1A}">
      <dgm:prSet/>
      <dgm:spPr/>
      <dgm:t>
        <a:bodyPr/>
        <a:lstStyle/>
        <a:p>
          <a:endParaRPr lang="en-US"/>
        </a:p>
      </dgm:t>
    </dgm:pt>
    <dgm:pt modelId="{0859A2ED-E72F-4543-BBA6-FC3699A29B16}" type="sibTrans" cxnId="{70128170-6589-404B-BF08-D6611A0CAB1A}">
      <dgm:prSet/>
      <dgm:spPr/>
      <dgm:t>
        <a:bodyPr/>
        <a:lstStyle/>
        <a:p>
          <a:endParaRPr lang="en-US"/>
        </a:p>
      </dgm:t>
    </dgm:pt>
    <dgm:pt modelId="{99B11D8D-4362-460E-9FEB-B5ABD416C24A}">
      <dgm:prSet/>
      <dgm:spPr/>
      <dgm:t>
        <a:bodyPr/>
        <a:lstStyle/>
        <a:p>
          <a:r>
            <a:rPr lang="en-US"/>
            <a:t>Don’t click on suspicious links </a:t>
          </a:r>
        </a:p>
      </dgm:t>
    </dgm:pt>
    <dgm:pt modelId="{798FAC2C-856C-484F-BB35-92B9F2919B57}" type="parTrans" cxnId="{25791A40-1B2A-4EA6-AE64-4BE40275ED62}">
      <dgm:prSet/>
      <dgm:spPr/>
      <dgm:t>
        <a:bodyPr/>
        <a:lstStyle/>
        <a:p>
          <a:endParaRPr lang="en-US"/>
        </a:p>
      </dgm:t>
    </dgm:pt>
    <dgm:pt modelId="{A031ECBF-1B69-4249-9CC9-50ADFB5293A4}" type="sibTrans" cxnId="{25791A40-1B2A-4EA6-AE64-4BE40275ED62}">
      <dgm:prSet/>
      <dgm:spPr/>
      <dgm:t>
        <a:bodyPr/>
        <a:lstStyle/>
        <a:p>
          <a:endParaRPr lang="en-US"/>
        </a:p>
      </dgm:t>
    </dgm:pt>
    <dgm:pt modelId="{0348D6A2-11B9-4B0E-A098-C9083AE64C36}">
      <dgm:prSet/>
      <dgm:spPr/>
      <dgm:t>
        <a:bodyPr/>
        <a:lstStyle/>
        <a:p>
          <a:r>
            <a:rPr lang="en-US"/>
            <a:t>Verify</a:t>
          </a:r>
        </a:p>
      </dgm:t>
    </dgm:pt>
    <dgm:pt modelId="{7BB24467-60E5-41E1-A0BF-199B87A73033}" type="parTrans" cxnId="{A1DDBF11-60F4-43A9-9536-15A9EC00D253}">
      <dgm:prSet/>
      <dgm:spPr/>
      <dgm:t>
        <a:bodyPr/>
        <a:lstStyle/>
        <a:p>
          <a:endParaRPr lang="en-US"/>
        </a:p>
      </dgm:t>
    </dgm:pt>
    <dgm:pt modelId="{33DF1380-E0C2-4BE8-9567-3836B1451100}" type="sibTrans" cxnId="{A1DDBF11-60F4-43A9-9536-15A9EC00D253}">
      <dgm:prSet/>
      <dgm:spPr/>
      <dgm:t>
        <a:bodyPr/>
        <a:lstStyle/>
        <a:p>
          <a:endParaRPr lang="en-US"/>
        </a:p>
      </dgm:t>
    </dgm:pt>
    <dgm:pt modelId="{71FC8D61-6DB4-4960-80A9-EC24A996E36B}">
      <dgm:prSet/>
      <dgm:spPr/>
      <dgm:t>
        <a:bodyPr/>
        <a:lstStyle/>
        <a:p>
          <a:r>
            <a:rPr lang="en-US"/>
            <a:t>Verify email senders</a:t>
          </a:r>
        </a:p>
      </dgm:t>
    </dgm:pt>
    <dgm:pt modelId="{7CBB8674-7763-4681-99DD-DFC48259AD27}" type="parTrans" cxnId="{BC7178C6-4AC5-4A30-8A5F-1C035955FA8D}">
      <dgm:prSet/>
      <dgm:spPr/>
      <dgm:t>
        <a:bodyPr/>
        <a:lstStyle/>
        <a:p>
          <a:endParaRPr lang="en-US"/>
        </a:p>
      </dgm:t>
    </dgm:pt>
    <dgm:pt modelId="{7FD26849-BC84-4732-8C2E-ECAF226F5A3E}" type="sibTrans" cxnId="{BC7178C6-4AC5-4A30-8A5F-1C035955FA8D}">
      <dgm:prSet/>
      <dgm:spPr/>
      <dgm:t>
        <a:bodyPr/>
        <a:lstStyle/>
        <a:p>
          <a:endParaRPr lang="en-US"/>
        </a:p>
      </dgm:t>
    </dgm:pt>
    <dgm:pt modelId="{609F95DE-5374-4524-83CB-09B3F72E116B}">
      <dgm:prSet/>
      <dgm:spPr/>
      <dgm:t>
        <a:bodyPr/>
        <a:lstStyle/>
        <a:p>
          <a:r>
            <a:rPr lang="en-US"/>
            <a:t>Check</a:t>
          </a:r>
        </a:p>
      </dgm:t>
    </dgm:pt>
    <dgm:pt modelId="{86836F3F-D152-422A-8823-2DC440C2802C}" type="parTrans" cxnId="{A8F56451-D0F0-40A6-B58D-20795D6CF904}">
      <dgm:prSet/>
      <dgm:spPr/>
      <dgm:t>
        <a:bodyPr/>
        <a:lstStyle/>
        <a:p>
          <a:endParaRPr lang="en-US"/>
        </a:p>
      </dgm:t>
    </dgm:pt>
    <dgm:pt modelId="{3ACF5866-C7C7-49B5-9CCF-7A4A91F1AC8F}" type="sibTrans" cxnId="{A8F56451-D0F0-40A6-B58D-20795D6CF904}">
      <dgm:prSet/>
      <dgm:spPr/>
      <dgm:t>
        <a:bodyPr/>
        <a:lstStyle/>
        <a:p>
          <a:endParaRPr lang="en-US"/>
        </a:p>
      </dgm:t>
    </dgm:pt>
    <dgm:pt modelId="{A5BD55D3-0A27-4C3B-9750-14DE7979EC02}">
      <dgm:prSet/>
      <dgm:spPr/>
      <dgm:t>
        <a:bodyPr/>
        <a:lstStyle/>
        <a:p>
          <a:r>
            <a:rPr lang="en-US"/>
            <a:t>Check websites URLs carefully</a:t>
          </a:r>
        </a:p>
      </dgm:t>
    </dgm:pt>
    <dgm:pt modelId="{B7FB7410-5A5B-4CAC-B95E-D1D13495EB86}" type="parTrans" cxnId="{1716CBE8-1D26-48B4-ADA4-0BECDB99A2CD}">
      <dgm:prSet/>
      <dgm:spPr/>
      <dgm:t>
        <a:bodyPr/>
        <a:lstStyle/>
        <a:p>
          <a:endParaRPr lang="en-US"/>
        </a:p>
      </dgm:t>
    </dgm:pt>
    <dgm:pt modelId="{F3B5DE5F-1C80-4D32-A80E-12ADE9962ED8}" type="sibTrans" cxnId="{1716CBE8-1D26-48B4-ADA4-0BECDB99A2CD}">
      <dgm:prSet/>
      <dgm:spPr/>
      <dgm:t>
        <a:bodyPr/>
        <a:lstStyle/>
        <a:p>
          <a:endParaRPr lang="en-US"/>
        </a:p>
      </dgm:t>
    </dgm:pt>
    <dgm:pt modelId="{48FE9B70-1B11-4AD3-A16F-A547A4B90E5C}">
      <dgm:prSet/>
      <dgm:spPr/>
      <dgm:t>
        <a:bodyPr/>
        <a:lstStyle/>
        <a:p>
          <a:r>
            <a:rPr lang="en-US"/>
            <a:t>Use</a:t>
          </a:r>
        </a:p>
      </dgm:t>
    </dgm:pt>
    <dgm:pt modelId="{01318564-CC32-43D7-BC66-E043D7D3A303}" type="parTrans" cxnId="{94CE0DCA-867A-417B-97E4-FDBA6989A364}">
      <dgm:prSet/>
      <dgm:spPr/>
      <dgm:t>
        <a:bodyPr/>
        <a:lstStyle/>
        <a:p>
          <a:endParaRPr lang="en-US"/>
        </a:p>
      </dgm:t>
    </dgm:pt>
    <dgm:pt modelId="{0FA91C92-EC4F-4792-B0C4-C4064D39CA00}" type="sibTrans" cxnId="{94CE0DCA-867A-417B-97E4-FDBA6989A364}">
      <dgm:prSet/>
      <dgm:spPr/>
      <dgm:t>
        <a:bodyPr/>
        <a:lstStyle/>
        <a:p>
          <a:endParaRPr lang="en-US"/>
        </a:p>
      </dgm:t>
    </dgm:pt>
    <dgm:pt modelId="{BC565949-23BA-4FFC-9548-7E9CD5B0A236}">
      <dgm:prSet/>
      <dgm:spPr/>
      <dgm:t>
        <a:bodyPr/>
        <a:lstStyle/>
        <a:p>
          <a:r>
            <a:rPr lang="en-US"/>
            <a:t>Use strong passwords and 2FA</a:t>
          </a:r>
        </a:p>
      </dgm:t>
    </dgm:pt>
    <dgm:pt modelId="{F9A693FC-9D4A-4488-A0D1-A7E2E83D31B6}" type="parTrans" cxnId="{7BF4BB3F-6064-4E2A-AE54-91592C2284A7}">
      <dgm:prSet/>
      <dgm:spPr/>
      <dgm:t>
        <a:bodyPr/>
        <a:lstStyle/>
        <a:p>
          <a:endParaRPr lang="en-US"/>
        </a:p>
      </dgm:t>
    </dgm:pt>
    <dgm:pt modelId="{48AE5836-A32F-4CA4-A309-9FEFA7B72F1B}" type="sibTrans" cxnId="{7BF4BB3F-6064-4E2A-AE54-91592C2284A7}">
      <dgm:prSet/>
      <dgm:spPr/>
      <dgm:t>
        <a:bodyPr/>
        <a:lstStyle/>
        <a:p>
          <a:endParaRPr lang="en-US"/>
        </a:p>
      </dgm:t>
    </dgm:pt>
    <dgm:pt modelId="{33CC382D-7DCC-4A45-A8E3-1DDA5747F415}" type="pres">
      <dgm:prSet presAssocID="{07CD4EAF-D446-40B6-8A7D-B785572BCD94}" presName="Name0" presStyleCnt="0">
        <dgm:presLayoutVars>
          <dgm:dir/>
          <dgm:animLvl val="lvl"/>
          <dgm:resizeHandles val="exact"/>
        </dgm:presLayoutVars>
      </dgm:prSet>
      <dgm:spPr/>
    </dgm:pt>
    <dgm:pt modelId="{3A3733AE-4352-40D3-AB00-38F877BAEEAA}" type="pres">
      <dgm:prSet presAssocID="{48FE9B70-1B11-4AD3-A16F-A547A4B90E5C}" presName="boxAndChildren" presStyleCnt="0"/>
      <dgm:spPr/>
    </dgm:pt>
    <dgm:pt modelId="{30C04867-FDDA-4D3C-94E7-F7193A58F087}" type="pres">
      <dgm:prSet presAssocID="{48FE9B70-1B11-4AD3-A16F-A547A4B90E5C}" presName="parentTextBox" presStyleLbl="alignNode1" presStyleIdx="0" presStyleCnt="4"/>
      <dgm:spPr/>
    </dgm:pt>
    <dgm:pt modelId="{3BFC4D19-B2AE-48F4-9140-BCFCBF3B7684}" type="pres">
      <dgm:prSet presAssocID="{48FE9B70-1B11-4AD3-A16F-A547A4B90E5C}" presName="descendantBox" presStyleLbl="bgAccFollowNode1" presStyleIdx="0" presStyleCnt="4"/>
      <dgm:spPr/>
    </dgm:pt>
    <dgm:pt modelId="{1FECD187-3BE4-4AB9-93D2-23A2EF60215D}" type="pres">
      <dgm:prSet presAssocID="{3ACF5866-C7C7-49B5-9CCF-7A4A91F1AC8F}" presName="sp" presStyleCnt="0"/>
      <dgm:spPr/>
    </dgm:pt>
    <dgm:pt modelId="{DF25E6AC-1501-4705-951F-19F25C3DE3FE}" type="pres">
      <dgm:prSet presAssocID="{609F95DE-5374-4524-83CB-09B3F72E116B}" presName="arrowAndChildren" presStyleCnt="0"/>
      <dgm:spPr/>
    </dgm:pt>
    <dgm:pt modelId="{8520CAD2-2E2A-4810-AC63-2BFAC4911C03}" type="pres">
      <dgm:prSet presAssocID="{609F95DE-5374-4524-83CB-09B3F72E116B}" presName="parentTextArrow" presStyleLbl="node1" presStyleIdx="0" presStyleCnt="0"/>
      <dgm:spPr/>
    </dgm:pt>
    <dgm:pt modelId="{1329B305-52C1-4A61-A20E-6EEC34D21D34}" type="pres">
      <dgm:prSet presAssocID="{609F95DE-5374-4524-83CB-09B3F72E116B}" presName="arrow" presStyleLbl="alignNode1" presStyleIdx="1" presStyleCnt="4"/>
      <dgm:spPr/>
    </dgm:pt>
    <dgm:pt modelId="{89A802C5-E460-4E79-8094-359FB1B82A21}" type="pres">
      <dgm:prSet presAssocID="{609F95DE-5374-4524-83CB-09B3F72E116B}" presName="descendantArrow" presStyleLbl="bgAccFollowNode1" presStyleIdx="1" presStyleCnt="4"/>
      <dgm:spPr/>
    </dgm:pt>
    <dgm:pt modelId="{8F119B54-6DA5-4292-A13F-7C575AECDE61}" type="pres">
      <dgm:prSet presAssocID="{33DF1380-E0C2-4BE8-9567-3836B1451100}" presName="sp" presStyleCnt="0"/>
      <dgm:spPr/>
    </dgm:pt>
    <dgm:pt modelId="{D5EA0830-ABD2-46A7-9F36-330CE6F05022}" type="pres">
      <dgm:prSet presAssocID="{0348D6A2-11B9-4B0E-A098-C9083AE64C36}" presName="arrowAndChildren" presStyleCnt="0"/>
      <dgm:spPr/>
    </dgm:pt>
    <dgm:pt modelId="{A35A17B3-67A4-4387-9B6B-D3FFF98533F4}" type="pres">
      <dgm:prSet presAssocID="{0348D6A2-11B9-4B0E-A098-C9083AE64C36}" presName="parentTextArrow" presStyleLbl="node1" presStyleIdx="0" presStyleCnt="0"/>
      <dgm:spPr/>
    </dgm:pt>
    <dgm:pt modelId="{1619FA84-CF7C-44E4-97A4-D20831881FFB}" type="pres">
      <dgm:prSet presAssocID="{0348D6A2-11B9-4B0E-A098-C9083AE64C36}" presName="arrow" presStyleLbl="alignNode1" presStyleIdx="2" presStyleCnt="4"/>
      <dgm:spPr/>
    </dgm:pt>
    <dgm:pt modelId="{30FEF8EC-E6D8-44DA-815B-083E8D8E6D52}" type="pres">
      <dgm:prSet presAssocID="{0348D6A2-11B9-4B0E-A098-C9083AE64C36}" presName="descendantArrow" presStyleLbl="bgAccFollowNode1" presStyleIdx="2" presStyleCnt="4"/>
      <dgm:spPr/>
    </dgm:pt>
    <dgm:pt modelId="{19CA7A8E-DEF1-4E6E-A45C-69FB365FF036}" type="pres">
      <dgm:prSet presAssocID="{0859A2ED-E72F-4543-BBA6-FC3699A29B16}" presName="sp" presStyleCnt="0"/>
      <dgm:spPr/>
    </dgm:pt>
    <dgm:pt modelId="{295A09F9-6175-4647-BA94-383117B2B211}" type="pres">
      <dgm:prSet presAssocID="{F2A5CA68-DAA4-43D5-8C75-8E0C779B73C6}" presName="arrowAndChildren" presStyleCnt="0"/>
      <dgm:spPr/>
    </dgm:pt>
    <dgm:pt modelId="{2AEB841D-A103-46FA-8F8E-3B1EC4F31D3D}" type="pres">
      <dgm:prSet presAssocID="{F2A5CA68-DAA4-43D5-8C75-8E0C779B73C6}" presName="parentTextArrow" presStyleLbl="node1" presStyleIdx="0" presStyleCnt="0"/>
      <dgm:spPr/>
    </dgm:pt>
    <dgm:pt modelId="{4A38C439-6DB6-4D79-9765-3A0BADA8189B}" type="pres">
      <dgm:prSet presAssocID="{F2A5CA68-DAA4-43D5-8C75-8E0C779B73C6}" presName="arrow" presStyleLbl="alignNode1" presStyleIdx="3" presStyleCnt="4"/>
      <dgm:spPr/>
    </dgm:pt>
    <dgm:pt modelId="{4ED93D7E-57E3-4FAD-8FAF-04D14A1D0AB1}" type="pres">
      <dgm:prSet presAssocID="{F2A5CA68-DAA4-43D5-8C75-8E0C779B73C6}" presName="descendantArrow" presStyleLbl="bgAccFollowNode1" presStyleIdx="3" presStyleCnt="4"/>
      <dgm:spPr/>
    </dgm:pt>
  </dgm:ptLst>
  <dgm:cxnLst>
    <dgm:cxn modelId="{3DE3CE01-916F-45F4-A812-A6F0D293ACEB}" type="presOf" srcId="{48FE9B70-1B11-4AD3-A16F-A547A4B90E5C}" destId="{30C04867-FDDA-4D3C-94E7-F7193A58F087}" srcOrd="0" destOrd="0" presId="urn:microsoft.com/office/officeart/2016/7/layout/VerticalDownArrowProcess"/>
    <dgm:cxn modelId="{A1DDBF11-60F4-43A9-9536-15A9EC00D253}" srcId="{07CD4EAF-D446-40B6-8A7D-B785572BCD94}" destId="{0348D6A2-11B9-4B0E-A098-C9083AE64C36}" srcOrd="1" destOrd="0" parTransId="{7BB24467-60E5-41E1-A0BF-199B87A73033}" sibTransId="{33DF1380-E0C2-4BE8-9567-3836B1451100}"/>
    <dgm:cxn modelId="{A799452B-3BC6-4796-9C43-923B24281B92}" type="presOf" srcId="{609F95DE-5374-4524-83CB-09B3F72E116B}" destId="{8520CAD2-2E2A-4810-AC63-2BFAC4911C03}" srcOrd="0" destOrd="0" presId="urn:microsoft.com/office/officeart/2016/7/layout/VerticalDownArrowProcess"/>
    <dgm:cxn modelId="{1BB6022F-A0EE-49AB-A7DD-43FE7AD7F1DC}" type="presOf" srcId="{07CD4EAF-D446-40B6-8A7D-B785572BCD94}" destId="{33CC382D-7DCC-4A45-A8E3-1DDA5747F415}" srcOrd="0" destOrd="0" presId="urn:microsoft.com/office/officeart/2016/7/layout/VerticalDownArrowProcess"/>
    <dgm:cxn modelId="{7BF4BB3F-6064-4E2A-AE54-91592C2284A7}" srcId="{48FE9B70-1B11-4AD3-A16F-A547A4B90E5C}" destId="{BC565949-23BA-4FFC-9548-7E9CD5B0A236}" srcOrd="0" destOrd="0" parTransId="{F9A693FC-9D4A-4488-A0D1-A7E2E83D31B6}" sibTransId="{48AE5836-A32F-4CA4-A309-9FEFA7B72F1B}"/>
    <dgm:cxn modelId="{25791A40-1B2A-4EA6-AE64-4BE40275ED62}" srcId="{F2A5CA68-DAA4-43D5-8C75-8E0C779B73C6}" destId="{99B11D8D-4362-460E-9FEB-B5ABD416C24A}" srcOrd="0" destOrd="0" parTransId="{798FAC2C-856C-484F-BB35-92B9F2919B57}" sibTransId="{A031ECBF-1B69-4249-9CC9-50ADFB5293A4}"/>
    <dgm:cxn modelId="{0AD05063-405F-40B5-B816-955DE9C21909}" type="presOf" srcId="{609F95DE-5374-4524-83CB-09B3F72E116B}" destId="{1329B305-52C1-4A61-A20E-6EEC34D21D34}" srcOrd="1" destOrd="0" presId="urn:microsoft.com/office/officeart/2016/7/layout/VerticalDownArrowProcess"/>
    <dgm:cxn modelId="{89C43869-DC64-49F8-9624-6583508F9710}" type="presOf" srcId="{71FC8D61-6DB4-4960-80A9-EC24A996E36B}" destId="{30FEF8EC-E6D8-44DA-815B-083E8D8E6D52}" srcOrd="0" destOrd="0" presId="urn:microsoft.com/office/officeart/2016/7/layout/VerticalDownArrowProcess"/>
    <dgm:cxn modelId="{70128170-6589-404B-BF08-D6611A0CAB1A}" srcId="{07CD4EAF-D446-40B6-8A7D-B785572BCD94}" destId="{F2A5CA68-DAA4-43D5-8C75-8E0C779B73C6}" srcOrd="0" destOrd="0" parTransId="{1219FF55-C6E3-4DEF-8E97-B1FE0F82F26F}" sibTransId="{0859A2ED-E72F-4543-BBA6-FC3699A29B16}"/>
    <dgm:cxn modelId="{A8F56451-D0F0-40A6-B58D-20795D6CF904}" srcId="{07CD4EAF-D446-40B6-8A7D-B785572BCD94}" destId="{609F95DE-5374-4524-83CB-09B3F72E116B}" srcOrd="2" destOrd="0" parTransId="{86836F3F-D152-422A-8823-2DC440C2802C}" sibTransId="{3ACF5866-C7C7-49B5-9CCF-7A4A91F1AC8F}"/>
    <dgm:cxn modelId="{6FD8F079-13DD-455C-A637-0F6C88DDC3F7}" type="presOf" srcId="{0348D6A2-11B9-4B0E-A098-C9083AE64C36}" destId="{A35A17B3-67A4-4387-9B6B-D3FFF98533F4}" srcOrd="0" destOrd="0" presId="urn:microsoft.com/office/officeart/2016/7/layout/VerticalDownArrowProcess"/>
    <dgm:cxn modelId="{A87A6E8D-B4F5-4127-892E-E0F5AB5F54D6}" type="presOf" srcId="{0348D6A2-11B9-4B0E-A098-C9083AE64C36}" destId="{1619FA84-CF7C-44E4-97A4-D20831881FFB}" srcOrd="1" destOrd="0" presId="urn:microsoft.com/office/officeart/2016/7/layout/VerticalDownArrowProcess"/>
    <dgm:cxn modelId="{F4903D98-693E-467F-8F58-C7E672060812}" type="presOf" srcId="{BC565949-23BA-4FFC-9548-7E9CD5B0A236}" destId="{3BFC4D19-B2AE-48F4-9140-BCFCBF3B7684}" srcOrd="0" destOrd="0" presId="urn:microsoft.com/office/officeart/2016/7/layout/VerticalDownArrowProcess"/>
    <dgm:cxn modelId="{9A3D33A5-C2EE-4285-B248-3FE3A84ACF90}" type="presOf" srcId="{F2A5CA68-DAA4-43D5-8C75-8E0C779B73C6}" destId="{4A38C439-6DB6-4D79-9765-3A0BADA8189B}" srcOrd="1" destOrd="0" presId="urn:microsoft.com/office/officeart/2016/7/layout/VerticalDownArrowProcess"/>
    <dgm:cxn modelId="{2A8427B8-9E84-4F8B-B4FF-E295E7A1DC44}" type="presOf" srcId="{F2A5CA68-DAA4-43D5-8C75-8E0C779B73C6}" destId="{2AEB841D-A103-46FA-8F8E-3B1EC4F31D3D}" srcOrd="0" destOrd="0" presId="urn:microsoft.com/office/officeart/2016/7/layout/VerticalDownArrowProcess"/>
    <dgm:cxn modelId="{5D2357C2-8032-4B93-A32D-C8DBD3B59C15}" type="presOf" srcId="{A5BD55D3-0A27-4C3B-9750-14DE7979EC02}" destId="{89A802C5-E460-4E79-8094-359FB1B82A21}" srcOrd="0" destOrd="0" presId="urn:microsoft.com/office/officeart/2016/7/layout/VerticalDownArrowProcess"/>
    <dgm:cxn modelId="{BC7178C6-4AC5-4A30-8A5F-1C035955FA8D}" srcId="{0348D6A2-11B9-4B0E-A098-C9083AE64C36}" destId="{71FC8D61-6DB4-4960-80A9-EC24A996E36B}" srcOrd="0" destOrd="0" parTransId="{7CBB8674-7763-4681-99DD-DFC48259AD27}" sibTransId="{7FD26849-BC84-4732-8C2E-ECAF226F5A3E}"/>
    <dgm:cxn modelId="{94CE0DCA-867A-417B-97E4-FDBA6989A364}" srcId="{07CD4EAF-D446-40B6-8A7D-B785572BCD94}" destId="{48FE9B70-1B11-4AD3-A16F-A547A4B90E5C}" srcOrd="3" destOrd="0" parTransId="{01318564-CC32-43D7-BC66-E043D7D3A303}" sibTransId="{0FA91C92-EC4F-4792-B0C4-C4064D39CA00}"/>
    <dgm:cxn modelId="{1716CBE8-1D26-48B4-ADA4-0BECDB99A2CD}" srcId="{609F95DE-5374-4524-83CB-09B3F72E116B}" destId="{A5BD55D3-0A27-4C3B-9750-14DE7979EC02}" srcOrd="0" destOrd="0" parTransId="{B7FB7410-5A5B-4CAC-B95E-D1D13495EB86}" sibTransId="{F3B5DE5F-1C80-4D32-A80E-12ADE9962ED8}"/>
    <dgm:cxn modelId="{264142EF-BB0D-4381-A1D5-9D7EFB82807F}" type="presOf" srcId="{99B11D8D-4362-460E-9FEB-B5ABD416C24A}" destId="{4ED93D7E-57E3-4FAD-8FAF-04D14A1D0AB1}" srcOrd="0" destOrd="0" presId="urn:microsoft.com/office/officeart/2016/7/layout/VerticalDownArrowProcess"/>
    <dgm:cxn modelId="{CA1B7053-D59C-4CFD-91B5-0BCA1C8CAB1D}" type="presParOf" srcId="{33CC382D-7DCC-4A45-A8E3-1DDA5747F415}" destId="{3A3733AE-4352-40D3-AB00-38F877BAEEAA}" srcOrd="0" destOrd="0" presId="urn:microsoft.com/office/officeart/2016/7/layout/VerticalDownArrowProcess"/>
    <dgm:cxn modelId="{CA2E69A1-264F-4F29-8EB2-2F6D91D09920}" type="presParOf" srcId="{3A3733AE-4352-40D3-AB00-38F877BAEEAA}" destId="{30C04867-FDDA-4D3C-94E7-F7193A58F087}" srcOrd="0" destOrd="0" presId="urn:microsoft.com/office/officeart/2016/7/layout/VerticalDownArrowProcess"/>
    <dgm:cxn modelId="{101BDD63-7066-40AD-9049-54F1FA312297}" type="presParOf" srcId="{3A3733AE-4352-40D3-AB00-38F877BAEEAA}" destId="{3BFC4D19-B2AE-48F4-9140-BCFCBF3B7684}" srcOrd="1" destOrd="0" presId="urn:microsoft.com/office/officeart/2016/7/layout/VerticalDownArrowProcess"/>
    <dgm:cxn modelId="{D4784C3C-3E03-4D81-B26B-D4DDE59DBFBA}" type="presParOf" srcId="{33CC382D-7DCC-4A45-A8E3-1DDA5747F415}" destId="{1FECD187-3BE4-4AB9-93D2-23A2EF60215D}" srcOrd="1" destOrd="0" presId="urn:microsoft.com/office/officeart/2016/7/layout/VerticalDownArrowProcess"/>
    <dgm:cxn modelId="{6C077886-8C52-4A08-8000-E464448A0146}" type="presParOf" srcId="{33CC382D-7DCC-4A45-A8E3-1DDA5747F415}" destId="{DF25E6AC-1501-4705-951F-19F25C3DE3FE}" srcOrd="2" destOrd="0" presId="urn:microsoft.com/office/officeart/2016/7/layout/VerticalDownArrowProcess"/>
    <dgm:cxn modelId="{C6226515-21B7-4DA6-B4B2-B1684E0AE310}" type="presParOf" srcId="{DF25E6AC-1501-4705-951F-19F25C3DE3FE}" destId="{8520CAD2-2E2A-4810-AC63-2BFAC4911C03}" srcOrd="0" destOrd="0" presId="urn:microsoft.com/office/officeart/2016/7/layout/VerticalDownArrowProcess"/>
    <dgm:cxn modelId="{F9CA34CF-26C7-4AEE-B4CC-91FCC418540E}" type="presParOf" srcId="{DF25E6AC-1501-4705-951F-19F25C3DE3FE}" destId="{1329B305-52C1-4A61-A20E-6EEC34D21D34}" srcOrd="1" destOrd="0" presId="urn:microsoft.com/office/officeart/2016/7/layout/VerticalDownArrowProcess"/>
    <dgm:cxn modelId="{958FCE17-3C37-4363-9F67-699E56481BC3}" type="presParOf" srcId="{DF25E6AC-1501-4705-951F-19F25C3DE3FE}" destId="{89A802C5-E460-4E79-8094-359FB1B82A21}" srcOrd="2" destOrd="0" presId="urn:microsoft.com/office/officeart/2016/7/layout/VerticalDownArrowProcess"/>
    <dgm:cxn modelId="{B4EF8196-2A9D-452C-BFD4-6FDE641EB4BD}" type="presParOf" srcId="{33CC382D-7DCC-4A45-A8E3-1DDA5747F415}" destId="{8F119B54-6DA5-4292-A13F-7C575AECDE61}" srcOrd="3" destOrd="0" presId="urn:microsoft.com/office/officeart/2016/7/layout/VerticalDownArrowProcess"/>
    <dgm:cxn modelId="{76650F16-B7A4-4494-B508-B258C77E90B0}" type="presParOf" srcId="{33CC382D-7DCC-4A45-A8E3-1DDA5747F415}" destId="{D5EA0830-ABD2-46A7-9F36-330CE6F05022}" srcOrd="4" destOrd="0" presId="urn:microsoft.com/office/officeart/2016/7/layout/VerticalDownArrowProcess"/>
    <dgm:cxn modelId="{AC6ABC0A-09B9-47EA-8993-464393898D7F}" type="presParOf" srcId="{D5EA0830-ABD2-46A7-9F36-330CE6F05022}" destId="{A35A17B3-67A4-4387-9B6B-D3FFF98533F4}" srcOrd="0" destOrd="0" presId="urn:microsoft.com/office/officeart/2016/7/layout/VerticalDownArrowProcess"/>
    <dgm:cxn modelId="{53C8C5B8-0BFE-478A-92E8-DA974B6E4D6F}" type="presParOf" srcId="{D5EA0830-ABD2-46A7-9F36-330CE6F05022}" destId="{1619FA84-CF7C-44E4-97A4-D20831881FFB}" srcOrd="1" destOrd="0" presId="urn:microsoft.com/office/officeart/2016/7/layout/VerticalDownArrowProcess"/>
    <dgm:cxn modelId="{4BF2F8FB-368A-4568-A562-D6703E8EA314}" type="presParOf" srcId="{D5EA0830-ABD2-46A7-9F36-330CE6F05022}" destId="{30FEF8EC-E6D8-44DA-815B-083E8D8E6D52}" srcOrd="2" destOrd="0" presId="urn:microsoft.com/office/officeart/2016/7/layout/VerticalDownArrowProcess"/>
    <dgm:cxn modelId="{19D8AFCF-E770-4AFB-A711-2131909C73F3}" type="presParOf" srcId="{33CC382D-7DCC-4A45-A8E3-1DDA5747F415}" destId="{19CA7A8E-DEF1-4E6E-A45C-69FB365FF036}" srcOrd="5" destOrd="0" presId="urn:microsoft.com/office/officeart/2016/7/layout/VerticalDownArrowProcess"/>
    <dgm:cxn modelId="{5D8AA83C-4284-48AB-8573-ABBEC63DC200}" type="presParOf" srcId="{33CC382D-7DCC-4A45-A8E3-1DDA5747F415}" destId="{295A09F9-6175-4647-BA94-383117B2B211}" srcOrd="6" destOrd="0" presId="urn:microsoft.com/office/officeart/2016/7/layout/VerticalDownArrowProcess"/>
    <dgm:cxn modelId="{D9CF230E-B06B-459E-B090-FCAF5DE26A09}" type="presParOf" srcId="{295A09F9-6175-4647-BA94-383117B2B211}" destId="{2AEB841D-A103-46FA-8F8E-3B1EC4F31D3D}" srcOrd="0" destOrd="0" presId="urn:microsoft.com/office/officeart/2016/7/layout/VerticalDownArrowProcess"/>
    <dgm:cxn modelId="{C620363A-F649-4D13-81B4-4A900760B3F1}" type="presParOf" srcId="{295A09F9-6175-4647-BA94-383117B2B211}" destId="{4A38C439-6DB6-4D79-9765-3A0BADA8189B}" srcOrd="1" destOrd="0" presId="urn:microsoft.com/office/officeart/2016/7/layout/VerticalDownArrowProcess"/>
    <dgm:cxn modelId="{606277AD-7506-4781-9ED7-623A2BA58CDF}" type="presParOf" srcId="{295A09F9-6175-4647-BA94-383117B2B211}" destId="{4ED93D7E-57E3-4FAD-8FAF-04D14A1D0AB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19C6970-19AD-483D-A17A-D0D5C88912C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B50799A-A520-431A-AC17-D1F66E8E4BCF}">
      <dgm:prSet/>
      <dgm:spPr/>
      <dgm:t>
        <a:bodyPr/>
        <a:lstStyle/>
        <a:p>
          <a:r>
            <a:rPr lang="en-US"/>
            <a:t>Email claims to be from bank </a:t>
          </a:r>
        </a:p>
      </dgm:t>
    </dgm:pt>
    <dgm:pt modelId="{F1F87A58-4168-4712-8F01-B75DB7A983CC}" type="parTrans" cxnId="{7F413E12-F1F0-46B6-96E3-66AFA3EEFEC1}">
      <dgm:prSet/>
      <dgm:spPr/>
      <dgm:t>
        <a:bodyPr/>
        <a:lstStyle/>
        <a:p>
          <a:endParaRPr lang="en-US"/>
        </a:p>
      </dgm:t>
    </dgm:pt>
    <dgm:pt modelId="{00E47F72-326C-40AF-9AB5-FB855183DD80}" type="sibTrans" cxnId="{7F413E12-F1F0-46B6-96E3-66AFA3EEFEC1}">
      <dgm:prSet/>
      <dgm:spPr/>
      <dgm:t>
        <a:bodyPr/>
        <a:lstStyle/>
        <a:p>
          <a:endParaRPr lang="en-US"/>
        </a:p>
      </dgm:t>
    </dgm:pt>
    <dgm:pt modelId="{1B3AB7EC-92E1-4E88-AF7E-3632AAC827EE}">
      <dgm:prSet/>
      <dgm:spPr/>
      <dgm:t>
        <a:bodyPr/>
        <a:lstStyle/>
        <a:p>
          <a:r>
            <a:rPr lang="en-US"/>
            <a:t>Urgent request to reset password</a:t>
          </a:r>
        </a:p>
      </dgm:t>
    </dgm:pt>
    <dgm:pt modelId="{301C87D4-EBB6-4967-8AA9-5393C86296E9}" type="parTrans" cxnId="{733E0A9B-CA15-4F0D-9091-E74CEDFF498A}">
      <dgm:prSet/>
      <dgm:spPr/>
      <dgm:t>
        <a:bodyPr/>
        <a:lstStyle/>
        <a:p>
          <a:endParaRPr lang="en-US"/>
        </a:p>
      </dgm:t>
    </dgm:pt>
    <dgm:pt modelId="{9C13BF22-3705-4749-9A4C-41BBD9052F0E}" type="sibTrans" cxnId="{733E0A9B-CA15-4F0D-9091-E74CEDFF498A}">
      <dgm:prSet/>
      <dgm:spPr/>
      <dgm:t>
        <a:bodyPr/>
        <a:lstStyle/>
        <a:p>
          <a:endParaRPr lang="en-US"/>
        </a:p>
      </dgm:t>
    </dgm:pt>
    <dgm:pt modelId="{BD37DBAE-2B37-4BD2-B0A8-7D94443BE3BB}">
      <dgm:prSet/>
      <dgm:spPr/>
      <dgm:t>
        <a:bodyPr/>
        <a:lstStyle/>
        <a:p>
          <a:r>
            <a:rPr lang="en-US"/>
            <a:t>Contains a suspicious link</a:t>
          </a:r>
        </a:p>
      </dgm:t>
    </dgm:pt>
    <dgm:pt modelId="{78B2616A-EB37-4E7C-B89C-FB9931D2CD41}" type="parTrans" cxnId="{E6A8AC23-9998-4532-A26E-9F9CBFBFB11E}">
      <dgm:prSet/>
      <dgm:spPr/>
      <dgm:t>
        <a:bodyPr/>
        <a:lstStyle/>
        <a:p>
          <a:endParaRPr lang="en-US"/>
        </a:p>
      </dgm:t>
    </dgm:pt>
    <dgm:pt modelId="{C52990A8-6474-4BC7-9244-87408D85BA15}" type="sibTrans" cxnId="{E6A8AC23-9998-4532-A26E-9F9CBFBFB11E}">
      <dgm:prSet/>
      <dgm:spPr/>
      <dgm:t>
        <a:bodyPr/>
        <a:lstStyle/>
        <a:p>
          <a:endParaRPr lang="en-US"/>
        </a:p>
      </dgm:t>
    </dgm:pt>
    <dgm:pt modelId="{C4C5DE17-2A25-4695-9094-78DC2E47CA66}" type="pres">
      <dgm:prSet presAssocID="{019C6970-19AD-483D-A17A-D0D5C88912CF}" presName="root" presStyleCnt="0">
        <dgm:presLayoutVars>
          <dgm:dir/>
          <dgm:resizeHandles val="exact"/>
        </dgm:presLayoutVars>
      </dgm:prSet>
      <dgm:spPr/>
    </dgm:pt>
    <dgm:pt modelId="{4D2C01C9-1807-450F-99A3-83AD3C46B5E1}" type="pres">
      <dgm:prSet presAssocID="{FB50799A-A520-431A-AC17-D1F66E8E4BCF}" presName="compNode" presStyleCnt="0"/>
      <dgm:spPr/>
    </dgm:pt>
    <dgm:pt modelId="{E2F1E692-EFAF-418B-8209-39012DF4D38F}" type="pres">
      <dgm:prSet presAssocID="{FB50799A-A520-431A-AC17-D1F66E8E4BCF}" presName="bgRect" presStyleLbl="bgShp" presStyleIdx="0" presStyleCnt="3"/>
      <dgm:spPr/>
    </dgm:pt>
    <dgm:pt modelId="{84E0CEBB-7BF4-4E41-8094-1BC2DC461DF9}" type="pres">
      <dgm:prSet presAssocID="{FB50799A-A520-431A-AC17-D1F66E8E4BC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D88E6925-B97B-4D30-8078-5960F46A08AE}" type="pres">
      <dgm:prSet presAssocID="{FB50799A-A520-431A-AC17-D1F66E8E4BCF}" presName="spaceRect" presStyleCnt="0"/>
      <dgm:spPr/>
    </dgm:pt>
    <dgm:pt modelId="{7C87F5A8-68F7-42CD-AA52-285F135A7BEF}" type="pres">
      <dgm:prSet presAssocID="{FB50799A-A520-431A-AC17-D1F66E8E4BCF}" presName="parTx" presStyleLbl="revTx" presStyleIdx="0" presStyleCnt="3">
        <dgm:presLayoutVars>
          <dgm:chMax val="0"/>
          <dgm:chPref val="0"/>
        </dgm:presLayoutVars>
      </dgm:prSet>
      <dgm:spPr/>
    </dgm:pt>
    <dgm:pt modelId="{EC233457-9670-4BB1-8729-89C988E70541}" type="pres">
      <dgm:prSet presAssocID="{00E47F72-326C-40AF-9AB5-FB855183DD80}" presName="sibTrans" presStyleCnt="0"/>
      <dgm:spPr/>
    </dgm:pt>
    <dgm:pt modelId="{D9838F40-804A-48CB-B0B2-1F45C70C139C}" type="pres">
      <dgm:prSet presAssocID="{1B3AB7EC-92E1-4E88-AF7E-3632AAC827EE}" presName="compNode" presStyleCnt="0"/>
      <dgm:spPr/>
    </dgm:pt>
    <dgm:pt modelId="{10D89265-9F15-404B-BCC9-12AFA62D61AB}" type="pres">
      <dgm:prSet presAssocID="{1B3AB7EC-92E1-4E88-AF7E-3632AAC827EE}" presName="bgRect" presStyleLbl="bgShp" presStyleIdx="1" presStyleCnt="3"/>
      <dgm:spPr/>
    </dgm:pt>
    <dgm:pt modelId="{593DD7AF-3A48-472E-8CD8-BFD2CF4ACCB3}" type="pres">
      <dgm:prSet presAssocID="{1B3AB7EC-92E1-4E88-AF7E-3632AAC827E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CB611F1-BF47-462A-820A-65874E6BD6A5}" type="pres">
      <dgm:prSet presAssocID="{1B3AB7EC-92E1-4E88-AF7E-3632AAC827EE}" presName="spaceRect" presStyleCnt="0"/>
      <dgm:spPr/>
    </dgm:pt>
    <dgm:pt modelId="{E8D27678-EA2D-483A-AE4E-FF4ABE255AA7}" type="pres">
      <dgm:prSet presAssocID="{1B3AB7EC-92E1-4E88-AF7E-3632AAC827EE}" presName="parTx" presStyleLbl="revTx" presStyleIdx="1" presStyleCnt="3">
        <dgm:presLayoutVars>
          <dgm:chMax val="0"/>
          <dgm:chPref val="0"/>
        </dgm:presLayoutVars>
      </dgm:prSet>
      <dgm:spPr/>
    </dgm:pt>
    <dgm:pt modelId="{1EC64062-F161-4026-B2E9-C24FEB1A0992}" type="pres">
      <dgm:prSet presAssocID="{9C13BF22-3705-4749-9A4C-41BBD9052F0E}" presName="sibTrans" presStyleCnt="0"/>
      <dgm:spPr/>
    </dgm:pt>
    <dgm:pt modelId="{B0F2AE76-A433-443A-8F82-DFCDE8468428}" type="pres">
      <dgm:prSet presAssocID="{BD37DBAE-2B37-4BD2-B0A8-7D94443BE3BB}" presName="compNode" presStyleCnt="0"/>
      <dgm:spPr/>
    </dgm:pt>
    <dgm:pt modelId="{2F0F1A33-F863-4129-9BCD-B15F1AE99978}" type="pres">
      <dgm:prSet presAssocID="{BD37DBAE-2B37-4BD2-B0A8-7D94443BE3BB}" presName="bgRect" presStyleLbl="bgShp" presStyleIdx="2" presStyleCnt="3"/>
      <dgm:spPr/>
    </dgm:pt>
    <dgm:pt modelId="{A4BC2161-6E80-465C-8D1F-15DEAF7F4E6A}" type="pres">
      <dgm:prSet presAssocID="{BD37DBAE-2B37-4BD2-B0A8-7D94443BE3B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72B3A17E-177C-497F-802A-D643DF428FC3}" type="pres">
      <dgm:prSet presAssocID="{BD37DBAE-2B37-4BD2-B0A8-7D94443BE3BB}" presName="spaceRect" presStyleCnt="0"/>
      <dgm:spPr/>
    </dgm:pt>
    <dgm:pt modelId="{9B877B9E-1E24-4549-9A0D-D4C67A2E5092}" type="pres">
      <dgm:prSet presAssocID="{BD37DBAE-2B37-4BD2-B0A8-7D94443BE3B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F413E12-F1F0-46B6-96E3-66AFA3EEFEC1}" srcId="{019C6970-19AD-483D-A17A-D0D5C88912CF}" destId="{FB50799A-A520-431A-AC17-D1F66E8E4BCF}" srcOrd="0" destOrd="0" parTransId="{F1F87A58-4168-4712-8F01-B75DB7A983CC}" sibTransId="{00E47F72-326C-40AF-9AB5-FB855183DD80}"/>
    <dgm:cxn modelId="{200EE715-6FBC-4B83-9BC8-46295D56AE8F}" type="presOf" srcId="{FB50799A-A520-431A-AC17-D1F66E8E4BCF}" destId="{7C87F5A8-68F7-42CD-AA52-285F135A7BEF}" srcOrd="0" destOrd="0" presId="urn:microsoft.com/office/officeart/2018/2/layout/IconVerticalSolidList"/>
    <dgm:cxn modelId="{E6A8AC23-9998-4532-A26E-9F9CBFBFB11E}" srcId="{019C6970-19AD-483D-A17A-D0D5C88912CF}" destId="{BD37DBAE-2B37-4BD2-B0A8-7D94443BE3BB}" srcOrd="2" destOrd="0" parTransId="{78B2616A-EB37-4E7C-B89C-FB9931D2CD41}" sibTransId="{C52990A8-6474-4BC7-9244-87408D85BA15}"/>
    <dgm:cxn modelId="{8CCF2147-E16D-4835-B662-06992778C8DC}" type="presOf" srcId="{BD37DBAE-2B37-4BD2-B0A8-7D94443BE3BB}" destId="{9B877B9E-1E24-4549-9A0D-D4C67A2E5092}" srcOrd="0" destOrd="0" presId="urn:microsoft.com/office/officeart/2018/2/layout/IconVerticalSolidList"/>
    <dgm:cxn modelId="{733E0A9B-CA15-4F0D-9091-E74CEDFF498A}" srcId="{019C6970-19AD-483D-A17A-D0D5C88912CF}" destId="{1B3AB7EC-92E1-4E88-AF7E-3632AAC827EE}" srcOrd="1" destOrd="0" parTransId="{301C87D4-EBB6-4967-8AA9-5393C86296E9}" sibTransId="{9C13BF22-3705-4749-9A4C-41BBD9052F0E}"/>
    <dgm:cxn modelId="{9FBEC4C7-BED4-423F-AD43-A5B225007AD7}" type="presOf" srcId="{1B3AB7EC-92E1-4E88-AF7E-3632AAC827EE}" destId="{E8D27678-EA2D-483A-AE4E-FF4ABE255AA7}" srcOrd="0" destOrd="0" presId="urn:microsoft.com/office/officeart/2018/2/layout/IconVerticalSolidList"/>
    <dgm:cxn modelId="{151094E8-AAA0-4F48-A5F6-CAF6AFA6CD22}" type="presOf" srcId="{019C6970-19AD-483D-A17A-D0D5C88912CF}" destId="{C4C5DE17-2A25-4695-9094-78DC2E47CA66}" srcOrd="0" destOrd="0" presId="urn:microsoft.com/office/officeart/2018/2/layout/IconVerticalSolidList"/>
    <dgm:cxn modelId="{0362941D-39E0-4194-B514-339B169B4A03}" type="presParOf" srcId="{C4C5DE17-2A25-4695-9094-78DC2E47CA66}" destId="{4D2C01C9-1807-450F-99A3-83AD3C46B5E1}" srcOrd="0" destOrd="0" presId="urn:microsoft.com/office/officeart/2018/2/layout/IconVerticalSolidList"/>
    <dgm:cxn modelId="{156DCE43-A4ED-48C4-88F2-25D15C542285}" type="presParOf" srcId="{4D2C01C9-1807-450F-99A3-83AD3C46B5E1}" destId="{E2F1E692-EFAF-418B-8209-39012DF4D38F}" srcOrd="0" destOrd="0" presId="urn:microsoft.com/office/officeart/2018/2/layout/IconVerticalSolidList"/>
    <dgm:cxn modelId="{96BD3CCC-2269-4AFF-A04D-15DBC2007C51}" type="presParOf" srcId="{4D2C01C9-1807-450F-99A3-83AD3C46B5E1}" destId="{84E0CEBB-7BF4-4E41-8094-1BC2DC461DF9}" srcOrd="1" destOrd="0" presId="urn:microsoft.com/office/officeart/2018/2/layout/IconVerticalSolidList"/>
    <dgm:cxn modelId="{59191B39-E407-4AF2-815F-2E33F7BC0E9F}" type="presParOf" srcId="{4D2C01C9-1807-450F-99A3-83AD3C46B5E1}" destId="{D88E6925-B97B-4D30-8078-5960F46A08AE}" srcOrd="2" destOrd="0" presId="urn:microsoft.com/office/officeart/2018/2/layout/IconVerticalSolidList"/>
    <dgm:cxn modelId="{7A73EDCC-9C69-41F3-A4EC-FF0BB5C21512}" type="presParOf" srcId="{4D2C01C9-1807-450F-99A3-83AD3C46B5E1}" destId="{7C87F5A8-68F7-42CD-AA52-285F135A7BEF}" srcOrd="3" destOrd="0" presId="urn:microsoft.com/office/officeart/2018/2/layout/IconVerticalSolidList"/>
    <dgm:cxn modelId="{7E7D983E-6DB3-4D9C-A7FB-C612A5B49210}" type="presParOf" srcId="{C4C5DE17-2A25-4695-9094-78DC2E47CA66}" destId="{EC233457-9670-4BB1-8729-89C988E70541}" srcOrd="1" destOrd="0" presId="urn:microsoft.com/office/officeart/2018/2/layout/IconVerticalSolidList"/>
    <dgm:cxn modelId="{6113166A-F28F-4063-8343-EA471052BD61}" type="presParOf" srcId="{C4C5DE17-2A25-4695-9094-78DC2E47CA66}" destId="{D9838F40-804A-48CB-B0B2-1F45C70C139C}" srcOrd="2" destOrd="0" presId="urn:microsoft.com/office/officeart/2018/2/layout/IconVerticalSolidList"/>
    <dgm:cxn modelId="{011676B3-CC53-46C4-BAC0-F039040EB957}" type="presParOf" srcId="{D9838F40-804A-48CB-B0B2-1F45C70C139C}" destId="{10D89265-9F15-404B-BCC9-12AFA62D61AB}" srcOrd="0" destOrd="0" presId="urn:microsoft.com/office/officeart/2018/2/layout/IconVerticalSolidList"/>
    <dgm:cxn modelId="{F8569EA0-A545-4B9B-8ABC-1812A5C10615}" type="presParOf" srcId="{D9838F40-804A-48CB-B0B2-1F45C70C139C}" destId="{593DD7AF-3A48-472E-8CD8-BFD2CF4ACCB3}" srcOrd="1" destOrd="0" presId="urn:microsoft.com/office/officeart/2018/2/layout/IconVerticalSolidList"/>
    <dgm:cxn modelId="{4A7B173F-2396-42CE-9647-1CFD2244BD34}" type="presParOf" srcId="{D9838F40-804A-48CB-B0B2-1F45C70C139C}" destId="{FCB611F1-BF47-462A-820A-65874E6BD6A5}" srcOrd="2" destOrd="0" presId="urn:microsoft.com/office/officeart/2018/2/layout/IconVerticalSolidList"/>
    <dgm:cxn modelId="{F1CEB622-4E8A-4C38-A55E-EDDBC3B39D72}" type="presParOf" srcId="{D9838F40-804A-48CB-B0B2-1F45C70C139C}" destId="{E8D27678-EA2D-483A-AE4E-FF4ABE255AA7}" srcOrd="3" destOrd="0" presId="urn:microsoft.com/office/officeart/2018/2/layout/IconVerticalSolidList"/>
    <dgm:cxn modelId="{119A3F72-616A-434D-BAF3-DC9D6F6428BC}" type="presParOf" srcId="{C4C5DE17-2A25-4695-9094-78DC2E47CA66}" destId="{1EC64062-F161-4026-B2E9-C24FEB1A0992}" srcOrd="3" destOrd="0" presId="urn:microsoft.com/office/officeart/2018/2/layout/IconVerticalSolidList"/>
    <dgm:cxn modelId="{08C4DD10-436F-4DB0-A2D3-69A3562A6161}" type="presParOf" srcId="{C4C5DE17-2A25-4695-9094-78DC2E47CA66}" destId="{B0F2AE76-A433-443A-8F82-DFCDE8468428}" srcOrd="4" destOrd="0" presId="urn:microsoft.com/office/officeart/2018/2/layout/IconVerticalSolidList"/>
    <dgm:cxn modelId="{D86636C3-EC0B-4A78-A7AE-F4170D2D6468}" type="presParOf" srcId="{B0F2AE76-A433-443A-8F82-DFCDE8468428}" destId="{2F0F1A33-F863-4129-9BCD-B15F1AE99978}" srcOrd="0" destOrd="0" presId="urn:microsoft.com/office/officeart/2018/2/layout/IconVerticalSolidList"/>
    <dgm:cxn modelId="{94B42162-C55B-4155-B31E-E4CBCAD869A8}" type="presParOf" srcId="{B0F2AE76-A433-443A-8F82-DFCDE8468428}" destId="{A4BC2161-6E80-465C-8D1F-15DEAF7F4E6A}" srcOrd="1" destOrd="0" presId="urn:microsoft.com/office/officeart/2018/2/layout/IconVerticalSolidList"/>
    <dgm:cxn modelId="{2E166B59-30BA-4B54-8FE2-EB7109D1E854}" type="presParOf" srcId="{B0F2AE76-A433-443A-8F82-DFCDE8468428}" destId="{72B3A17E-177C-497F-802A-D643DF428FC3}" srcOrd="2" destOrd="0" presId="urn:microsoft.com/office/officeart/2018/2/layout/IconVerticalSolidList"/>
    <dgm:cxn modelId="{C7E39E18-325B-416E-8256-9C4D9C0407E7}" type="presParOf" srcId="{B0F2AE76-A433-443A-8F82-DFCDE8468428}" destId="{9B877B9E-1E24-4549-9A0D-D4C67A2E50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95468-574D-4905-8310-9F7BA5A60458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9E2681-484F-4FF6-B441-A4AB305D1757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4B7A2-64FC-4102-ACB1-C8150A7D7F84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Phishing is a cyber attack used to steal information</a:t>
          </a:r>
        </a:p>
      </dsp:txBody>
      <dsp:txXfrm>
        <a:off x="93445" y="3018902"/>
        <a:ext cx="3206250" cy="720000"/>
      </dsp:txXfrm>
    </dsp:sp>
    <dsp:sp modelId="{CFAA86DD-5AD1-4B4E-B481-BCAE5872DEBC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0FF64-7D5E-4C8E-A291-9498C1601029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D8BE1-DACC-4BA6-A60F-DA1B072D8F0E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Attackers pretend to be trusted organizations</a:t>
          </a:r>
        </a:p>
      </dsp:txBody>
      <dsp:txXfrm>
        <a:off x="3860789" y="3018902"/>
        <a:ext cx="3206250" cy="720000"/>
      </dsp:txXfrm>
    </dsp:sp>
    <dsp:sp modelId="{286F82A5-9ADC-4A04-BF2D-2B0E93CC485B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DD749-E7E6-49F6-9A53-372D7435097C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7E7CB-880F-4858-AD7E-ACCC7C03A1E8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It is mostly carried out through emails, messages or fake websites</a:t>
          </a:r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B081E-E7CE-4152-B1E9-4CE389487B94}">
      <dsp:nvSpPr>
        <dsp:cNvPr id="0" name=""/>
        <dsp:cNvSpPr/>
      </dsp:nvSpPr>
      <dsp:spPr>
        <a:xfrm>
          <a:off x="973190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D31B07-879E-4356-BD8B-C61E2DC9DD72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9DB9B-7802-407B-BD18-4EBF21E6786F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Email phishing</a:t>
          </a:r>
        </a:p>
      </dsp:txBody>
      <dsp:txXfrm>
        <a:off x="569079" y="2644614"/>
        <a:ext cx="2072362" cy="720000"/>
      </dsp:txXfrm>
    </dsp:sp>
    <dsp:sp modelId="{43B792EB-DAB9-4393-B6B2-E3FF1B6B0FCB}">
      <dsp:nvSpPr>
        <dsp:cNvPr id="0" name=""/>
        <dsp:cNvSpPr/>
      </dsp:nvSpPr>
      <dsp:spPr>
        <a:xfrm>
          <a:off x="3408216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5AD5F-B927-4DA0-AB95-F006324267A3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0B97B-9C32-4E05-AD6F-4447544C838F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SMS phishing (Smishing)</a:t>
          </a:r>
        </a:p>
      </dsp:txBody>
      <dsp:txXfrm>
        <a:off x="3004105" y="2644614"/>
        <a:ext cx="2072362" cy="720000"/>
      </dsp:txXfrm>
    </dsp:sp>
    <dsp:sp modelId="{85BD8F59-293C-4BC2-8C73-15E5BDD4013B}">
      <dsp:nvSpPr>
        <dsp:cNvPr id="0" name=""/>
        <dsp:cNvSpPr/>
      </dsp:nvSpPr>
      <dsp:spPr>
        <a:xfrm>
          <a:off x="5843242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5B7C1-AA07-497B-A177-0A8D051C1CA6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C80AC-D877-4AF1-AA7A-DBCFA4EC40FF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Phone call/Voice phishing (Vishing)</a:t>
          </a:r>
        </a:p>
      </dsp:txBody>
      <dsp:txXfrm>
        <a:off x="5439131" y="2644614"/>
        <a:ext cx="2072362" cy="720000"/>
      </dsp:txXfrm>
    </dsp:sp>
    <dsp:sp modelId="{FA302014-F33F-428B-934C-5EFD936A2817}">
      <dsp:nvSpPr>
        <dsp:cNvPr id="0" name=""/>
        <dsp:cNvSpPr/>
      </dsp:nvSpPr>
      <dsp:spPr>
        <a:xfrm>
          <a:off x="8278268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98962-D764-4982-84D7-FD7E96BB9CC0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F45E9-14C0-4BDF-8385-DDC2EF64C4DD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Whaling (Targets high profile individuals)</a:t>
          </a:r>
        </a:p>
      </dsp:txBody>
      <dsp:txXfrm>
        <a:off x="7874157" y="2644614"/>
        <a:ext cx="207236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B3351-5318-4EA3-A1B5-44A2DFF95E12}">
      <dsp:nvSpPr>
        <dsp:cNvPr id="0" name=""/>
        <dsp:cNvSpPr/>
      </dsp:nvSpPr>
      <dsp:spPr>
        <a:xfrm>
          <a:off x="0" y="41742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FDC52-083F-47FA-9779-A2EAC1087CBC}">
      <dsp:nvSpPr>
        <dsp:cNvPr id="0" name=""/>
        <dsp:cNvSpPr/>
      </dsp:nvSpPr>
      <dsp:spPr>
        <a:xfrm>
          <a:off x="525780" y="63189"/>
          <a:ext cx="7360920" cy="708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Urgent or threatening messages</a:t>
          </a:r>
        </a:p>
      </dsp:txBody>
      <dsp:txXfrm>
        <a:off x="560365" y="97774"/>
        <a:ext cx="7291750" cy="639310"/>
      </dsp:txXfrm>
    </dsp:sp>
    <dsp:sp modelId="{D379B32B-3122-44FE-83A5-078D8AC0BD88}">
      <dsp:nvSpPr>
        <dsp:cNvPr id="0" name=""/>
        <dsp:cNvSpPr/>
      </dsp:nvSpPr>
      <dsp:spPr>
        <a:xfrm>
          <a:off x="0" y="150606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C690C-94D7-4F98-99F2-F9989E260A4B}">
      <dsp:nvSpPr>
        <dsp:cNvPr id="0" name=""/>
        <dsp:cNvSpPr/>
      </dsp:nvSpPr>
      <dsp:spPr>
        <a:xfrm>
          <a:off x="525780" y="1151829"/>
          <a:ext cx="7360920" cy="70848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Unknown or strange sender address</a:t>
          </a:r>
        </a:p>
      </dsp:txBody>
      <dsp:txXfrm>
        <a:off x="560365" y="1186414"/>
        <a:ext cx="7291750" cy="639310"/>
      </dsp:txXfrm>
    </dsp:sp>
    <dsp:sp modelId="{7734304B-A771-4DEC-9F8A-C92236758B29}">
      <dsp:nvSpPr>
        <dsp:cNvPr id="0" name=""/>
        <dsp:cNvSpPr/>
      </dsp:nvSpPr>
      <dsp:spPr>
        <a:xfrm>
          <a:off x="0" y="259470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EC519-DAD3-4565-9E8A-9C2E8303AE4C}">
      <dsp:nvSpPr>
        <dsp:cNvPr id="0" name=""/>
        <dsp:cNvSpPr/>
      </dsp:nvSpPr>
      <dsp:spPr>
        <a:xfrm>
          <a:off x="525780" y="2240469"/>
          <a:ext cx="7360920" cy="70848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Poor grammar or spelling</a:t>
          </a:r>
        </a:p>
      </dsp:txBody>
      <dsp:txXfrm>
        <a:off x="560365" y="2275054"/>
        <a:ext cx="7291750" cy="639310"/>
      </dsp:txXfrm>
    </dsp:sp>
    <dsp:sp modelId="{41F74FCD-4DB7-4C04-9263-72165887BB5B}">
      <dsp:nvSpPr>
        <dsp:cNvPr id="0" name=""/>
        <dsp:cNvSpPr/>
      </dsp:nvSpPr>
      <dsp:spPr>
        <a:xfrm>
          <a:off x="0" y="368334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47A474-879A-46DA-A51E-09152297523D}">
      <dsp:nvSpPr>
        <dsp:cNvPr id="0" name=""/>
        <dsp:cNvSpPr/>
      </dsp:nvSpPr>
      <dsp:spPr>
        <a:xfrm>
          <a:off x="525780" y="3329109"/>
          <a:ext cx="7360920" cy="7084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Suspicious links</a:t>
          </a:r>
        </a:p>
      </dsp:txBody>
      <dsp:txXfrm>
        <a:off x="560365" y="3363694"/>
        <a:ext cx="7291750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792F5-F09A-4FC2-8F86-5621EE51501F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0EDCDD-F683-45A1-88A9-62C6B3529E8E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ACFCF-4D21-4B35-9859-9488221244E7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Look similar to real websites</a:t>
          </a:r>
        </a:p>
      </dsp:txBody>
      <dsp:txXfrm>
        <a:off x="1819120" y="673"/>
        <a:ext cx="4545103" cy="1574995"/>
      </dsp:txXfrm>
    </dsp:sp>
    <dsp:sp modelId="{75E375E3-09CE-4ECD-ACE1-C37328023C32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30583E-B58F-412E-B643-76F61DF6D9F2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16464-7D4C-46EB-B64F-FA8984CD497B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Slight change in website URL</a:t>
          </a:r>
        </a:p>
      </dsp:txBody>
      <dsp:txXfrm>
        <a:off x="1819120" y="1969418"/>
        <a:ext cx="4545103" cy="1574995"/>
      </dsp:txXfrm>
    </dsp:sp>
    <dsp:sp modelId="{65A659A3-7720-4DF9-B898-944DD9AB8465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1C142D-0340-4D79-AF28-F23F1E8039DE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6C4CD4-2DD7-4F8F-9D3E-809115715551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Ask for login or card details</a:t>
          </a:r>
        </a:p>
      </dsp:txBody>
      <dsp:txXfrm>
        <a:off x="1819120" y="3938162"/>
        <a:ext cx="4545103" cy="15749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350EA-220D-4160-AE7E-6194475AAC02}">
      <dsp:nvSpPr>
        <dsp:cNvPr id="0" name=""/>
        <dsp:cNvSpPr/>
      </dsp:nvSpPr>
      <dsp:spPr>
        <a:xfrm>
          <a:off x="0" y="4715"/>
          <a:ext cx="6364224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Manipulation of human behaviour</a:t>
          </a:r>
        </a:p>
      </dsp:txBody>
      <dsp:txXfrm>
        <a:off x="85444" y="90159"/>
        <a:ext cx="6193336" cy="1579432"/>
      </dsp:txXfrm>
    </dsp:sp>
    <dsp:sp modelId="{5CB168A6-23ED-43CF-99DC-E1B66A5FF62F}">
      <dsp:nvSpPr>
        <dsp:cNvPr id="0" name=""/>
        <dsp:cNvSpPr/>
      </dsp:nvSpPr>
      <dsp:spPr>
        <a:xfrm>
          <a:off x="0" y="1881755"/>
          <a:ext cx="6364224" cy="17503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Uses fear, urgency, and trust</a:t>
          </a:r>
        </a:p>
      </dsp:txBody>
      <dsp:txXfrm>
        <a:off x="85444" y="1967199"/>
        <a:ext cx="6193336" cy="1579432"/>
      </dsp:txXfrm>
    </dsp:sp>
    <dsp:sp modelId="{87937142-44E9-4BA4-A3A6-D24BFAA57E44}">
      <dsp:nvSpPr>
        <dsp:cNvPr id="0" name=""/>
        <dsp:cNvSpPr/>
      </dsp:nvSpPr>
      <dsp:spPr>
        <a:xfrm>
          <a:off x="0" y="3758796"/>
          <a:ext cx="6364224" cy="17503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Makes users act without thinking</a:t>
          </a:r>
        </a:p>
      </dsp:txBody>
      <dsp:txXfrm>
        <a:off x="85444" y="3844240"/>
        <a:ext cx="6193336" cy="15794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6D106-99E4-4DB2-ABE2-5BD2EF17C0AA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25808-278B-4C2C-87FB-828E27CD0E45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BB505-362B-4E86-9CA0-E9A00A9B6058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Fear: “Your account will be closed”</a:t>
          </a:r>
        </a:p>
      </dsp:txBody>
      <dsp:txXfrm>
        <a:off x="1339618" y="2288"/>
        <a:ext cx="5024605" cy="1159843"/>
      </dsp:txXfrm>
    </dsp:sp>
    <dsp:sp modelId="{4641970E-167A-45BA-B63A-52F0F13A4ACA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781D6-EF42-4BB1-AFBE-437DB8C678DF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D6E76-C20A-4398-9315-80091485B1CC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Urgency: “Act now”</a:t>
          </a:r>
        </a:p>
      </dsp:txBody>
      <dsp:txXfrm>
        <a:off x="1339618" y="1452092"/>
        <a:ext cx="5024605" cy="1159843"/>
      </dsp:txXfrm>
    </dsp:sp>
    <dsp:sp modelId="{B30FB6FD-D979-4A7A-8DBC-14CCF63FE866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DE9EE3-AE13-43A3-B3A4-DC23C0877964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56149-A465-4F1C-B4DC-797B461D6856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Authority: Pretending to be banks or companies</a:t>
          </a:r>
        </a:p>
      </dsp:txBody>
      <dsp:txXfrm>
        <a:off x="1339618" y="2901896"/>
        <a:ext cx="5024605" cy="1159843"/>
      </dsp:txXfrm>
    </dsp:sp>
    <dsp:sp modelId="{2CF74BC2-C997-412C-89E2-63FF0DBA04AD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EBECD-0E44-49CE-9B6A-4973709D77B2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2B014-41D0-4A47-8E8E-C00DDD789468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Curiosity: “You won a prize”</a:t>
          </a:r>
        </a:p>
      </dsp:txBody>
      <dsp:txXfrm>
        <a:off x="1339618" y="4351700"/>
        <a:ext cx="5024605" cy="11598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04867-FDDA-4D3C-94E7-F7193A58F087}">
      <dsp:nvSpPr>
        <dsp:cNvPr id="0" name=""/>
        <dsp:cNvSpPr/>
      </dsp:nvSpPr>
      <dsp:spPr>
        <a:xfrm>
          <a:off x="0" y="4522536"/>
          <a:ext cx="1591056" cy="9894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63576" rIns="11315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</a:t>
          </a:r>
        </a:p>
      </dsp:txBody>
      <dsp:txXfrm>
        <a:off x="0" y="4522536"/>
        <a:ext cx="1591056" cy="989420"/>
      </dsp:txXfrm>
    </dsp:sp>
    <dsp:sp modelId="{3BFC4D19-B2AE-48F4-9140-BCFCBF3B7684}">
      <dsp:nvSpPr>
        <dsp:cNvPr id="0" name=""/>
        <dsp:cNvSpPr/>
      </dsp:nvSpPr>
      <dsp:spPr>
        <a:xfrm>
          <a:off x="1591055" y="4522536"/>
          <a:ext cx="4773168" cy="9894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92100" rIns="96822" bIns="292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 strong passwords and 2FA</a:t>
          </a:r>
        </a:p>
      </dsp:txBody>
      <dsp:txXfrm>
        <a:off x="1591055" y="4522536"/>
        <a:ext cx="4773168" cy="989420"/>
      </dsp:txXfrm>
    </dsp:sp>
    <dsp:sp modelId="{1329B305-52C1-4A61-A20E-6EEC34D21D34}">
      <dsp:nvSpPr>
        <dsp:cNvPr id="0" name=""/>
        <dsp:cNvSpPr/>
      </dsp:nvSpPr>
      <dsp:spPr>
        <a:xfrm rot="10800000">
          <a:off x="0" y="3015649"/>
          <a:ext cx="1591056" cy="152172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63576" rIns="11315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Check</a:t>
          </a:r>
        </a:p>
      </dsp:txBody>
      <dsp:txXfrm rot="-10800000">
        <a:off x="0" y="3015649"/>
        <a:ext cx="1591056" cy="989123"/>
      </dsp:txXfrm>
    </dsp:sp>
    <dsp:sp modelId="{89A802C5-E460-4E79-8094-359FB1B82A21}">
      <dsp:nvSpPr>
        <dsp:cNvPr id="0" name=""/>
        <dsp:cNvSpPr/>
      </dsp:nvSpPr>
      <dsp:spPr>
        <a:xfrm>
          <a:off x="1591055" y="3015649"/>
          <a:ext cx="4773168" cy="989123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92100" rIns="96822" bIns="292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Check websites URLs carefully</a:t>
          </a:r>
        </a:p>
      </dsp:txBody>
      <dsp:txXfrm>
        <a:off x="1591055" y="3015649"/>
        <a:ext cx="4773168" cy="989123"/>
      </dsp:txXfrm>
    </dsp:sp>
    <dsp:sp modelId="{1619FA84-CF7C-44E4-97A4-D20831881FFB}">
      <dsp:nvSpPr>
        <dsp:cNvPr id="0" name=""/>
        <dsp:cNvSpPr/>
      </dsp:nvSpPr>
      <dsp:spPr>
        <a:xfrm rot="10800000">
          <a:off x="0" y="1508761"/>
          <a:ext cx="1591056" cy="152172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63576" rIns="11315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Verify</a:t>
          </a:r>
        </a:p>
      </dsp:txBody>
      <dsp:txXfrm rot="-10800000">
        <a:off x="0" y="1508761"/>
        <a:ext cx="1591056" cy="989123"/>
      </dsp:txXfrm>
    </dsp:sp>
    <dsp:sp modelId="{30FEF8EC-E6D8-44DA-815B-083E8D8E6D52}">
      <dsp:nvSpPr>
        <dsp:cNvPr id="0" name=""/>
        <dsp:cNvSpPr/>
      </dsp:nvSpPr>
      <dsp:spPr>
        <a:xfrm>
          <a:off x="1591055" y="1508761"/>
          <a:ext cx="4773168" cy="989123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92100" rIns="96822" bIns="292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Verify email senders</a:t>
          </a:r>
        </a:p>
      </dsp:txBody>
      <dsp:txXfrm>
        <a:off x="1591055" y="1508761"/>
        <a:ext cx="4773168" cy="989123"/>
      </dsp:txXfrm>
    </dsp:sp>
    <dsp:sp modelId="{4A38C439-6DB6-4D79-9765-3A0BADA8189B}">
      <dsp:nvSpPr>
        <dsp:cNvPr id="0" name=""/>
        <dsp:cNvSpPr/>
      </dsp:nvSpPr>
      <dsp:spPr>
        <a:xfrm rot="10800000">
          <a:off x="0" y="1874"/>
          <a:ext cx="1591056" cy="152172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63576" rIns="11315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Don’t click on</a:t>
          </a:r>
        </a:p>
      </dsp:txBody>
      <dsp:txXfrm rot="-10800000">
        <a:off x="0" y="1874"/>
        <a:ext cx="1591056" cy="989123"/>
      </dsp:txXfrm>
    </dsp:sp>
    <dsp:sp modelId="{4ED93D7E-57E3-4FAD-8FAF-04D14A1D0AB1}">
      <dsp:nvSpPr>
        <dsp:cNvPr id="0" name=""/>
        <dsp:cNvSpPr/>
      </dsp:nvSpPr>
      <dsp:spPr>
        <a:xfrm>
          <a:off x="1591055" y="1874"/>
          <a:ext cx="4773168" cy="98912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92100" rIns="96822" bIns="292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Don’t click on suspicious links </a:t>
          </a:r>
        </a:p>
      </dsp:txBody>
      <dsp:txXfrm>
        <a:off x="1591055" y="1874"/>
        <a:ext cx="4773168" cy="98912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1E692-EFAF-418B-8209-39012DF4D38F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E0CEBB-7BF4-4E41-8094-1BC2DC461DF9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7F5A8-68F7-42CD-AA52-285F135A7BEF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Email claims to be from bank </a:t>
          </a:r>
        </a:p>
      </dsp:txBody>
      <dsp:txXfrm>
        <a:off x="1819120" y="673"/>
        <a:ext cx="4545103" cy="1574995"/>
      </dsp:txXfrm>
    </dsp:sp>
    <dsp:sp modelId="{10D89265-9F15-404B-BCC9-12AFA62D61AB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DD7AF-3A48-472E-8CD8-BFD2CF4ACCB3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27678-EA2D-483A-AE4E-FF4ABE255AA7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Urgent request to reset password</a:t>
          </a:r>
        </a:p>
      </dsp:txBody>
      <dsp:txXfrm>
        <a:off x="1819120" y="1969418"/>
        <a:ext cx="4545103" cy="1574995"/>
      </dsp:txXfrm>
    </dsp:sp>
    <dsp:sp modelId="{2F0F1A33-F863-4129-9BCD-B15F1AE99978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C2161-6E80-465C-8D1F-15DEAF7F4E6A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77B9E-1E24-4549-9A0D-D4C67A2E5092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Contains a suspicious link</a:t>
          </a:r>
        </a:p>
      </dsp:txBody>
      <dsp:txXfrm>
        <a:off x="1819120" y="3938162"/>
        <a:ext cx="4545103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0FC5A-2947-75CA-2E92-BE74A83D8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BDFF1-928E-C249-CFA4-DBB33059A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566FA-C0A5-6368-5348-94BBAA5B1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9E9F3-EC69-8A67-4701-23F8438A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1F60-DB74-74D1-8248-35432E59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8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C199C-BBCD-76C9-D348-AB23A09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9A96E-8EC0-BCD8-3B41-4806DA541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F2145-7079-2E9C-02D4-781040E5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1B7A9-959F-9AE3-6C74-B4B6BE0E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3C196-7C12-4E4E-1C92-80C55630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8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9634-35A1-C1AB-1122-229D86B4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CBDB8-9F4F-31FD-0956-271C52D87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F9B67-72AF-6F5C-CD4A-350AC37B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EB55F-258F-BB3D-9421-03000CDD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A57D5-0CFE-3123-5348-B30EC10E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2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83FC-79A5-D669-687A-9BB899A3E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47D2D-3083-4227-FD37-F13AA9FFF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A9E49-8790-4476-DDC0-15A32A27A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BB174-702D-BC66-EB5D-6268C837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EC9D9-6ADF-D63A-99AA-612C417C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2095E-0B42-F9A3-9EC9-2F6B08FE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7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3690-7FE8-0C9E-6539-8441D2A39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D5A91-8849-36EA-F724-88044A795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56770-946A-7936-7F5E-AAB990A71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56731-940E-23D6-D1B1-5AD489E05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EA96E-7E1B-1829-7019-A5330740E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0E2F6A-2C48-54AF-CAA5-C3B1CA29A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34041C-9A1E-B417-5643-F901F698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0A8D5-6A1C-7E20-49F2-90F8F7DC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1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EA34-DF83-0736-FA54-4DE767C7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BA0B9-8BC1-F14E-9FCE-D1AD8656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58EF5A-9893-6EBF-4C2C-3E807353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D674A-4180-9985-4ADA-1D5DC5E1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9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845E92-A1BC-AEC9-D8B8-83676CC0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F4998-B7A6-AAA9-625E-B594E1B6F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A21B1-26CB-E35F-DA57-BC0062066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7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4CE7-5AEE-F3FF-0B11-7CEBE50DB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10FA2-4AEE-B5A2-B37E-C69D6306C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6CCEC-67F4-EE74-3E52-AD5BBA799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6800C-3929-809A-9D86-92CBD7F4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8E98D-D97E-B162-EFCC-6D3D65F9D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9DE6A-CD4D-D0B9-F2BC-8DAD71EA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1D93-3D6C-87F7-BEA6-C5E8213F4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B0548-1B65-5B90-5854-FA70AD5D33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51CAC-A2E3-2373-CED9-E8CF8714B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687B3-6B47-5BC3-2824-79C51B26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2B694-2C2A-4788-BFBB-0DC7C21B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CD6CA-6D34-0F77-E2BF-3B70DDBEF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93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8463C-DA34-971E-6ACA-B266DAEC3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D0D296-DE22-BA11-C402-BD2B5466A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E03D2-8C1C-E115-DCEA-DCB8C021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5E600-07E6-4C28-9447-521B0B1A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7D234-38D4-8DCA-4E70-4DAC0D8C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0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25A8F-A972-F2B8-3E35-F3F23272C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B9AE40-08F5-70E6-0516-A842FD2E3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CBD36-E5E1-5CC4-420B-4A65878A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7A45C-5C77-740E-A908-9B070BA77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D11BB-5C2A-9562-C018-0B1823E2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B03DC-9148-2018-8B3C-0F5EC45B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FC04E-6FC8-0492-70E0-846C30056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EF1BF-9F5A-6636-AA0E-F5B3FEEF4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A16FD-2F26-486C-8012-47E6974F4A6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D2AB0-89EA-853C-DE94-A9A6CE621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CB778-9CA3-8F13-677B-ED62BEC27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D38EF-6DD6-4341-B45E-6C19F14C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2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52500-960A-BB3B-CC21-B23CF2962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Phishing Awareness Training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44500-02C4-3DD8-059A-C4AC374E5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  <a:p>
            <a:pPr algn="l"/>
            <a:endParaRPr lang="en-US" sz="8600" dirty="0"/>
          </a:p>
          <a:p>
            <a:r>
              <a:rPr lang="en-US" sz="8600" dirty="0"/>
              <a:t>Understanding Phishing Attacks and How to Stay Safe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dirty="0"/>
              <a:t>                                                                                                                                           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r>
              <a:rPr lang="en-US" sz="2900" dirty="0" err="1"/>
              <a:t>CodeAlpha</a:t>
            </a:r>
            <a:r>
              <a:rPr lang="en-US" sz="2900" dirty="0"/>
              <a:t> Cybersecurity Internship Task 2</a:t>
            </a:r>
          </a:p>
          <a:p>
            <a:pPr algn="r"/>
            <a:r>
              <a:rPr lang="en-US" sz="2900" dirty="0"/>
              <a:t>BY</a:t>
            </a:r>
          </a:p>
          <a:p>
            <a:pPr algn="r"/>
            <a:r>
              <a:rPr lang="en-US" sz="2900" dirty="0"/>
              <a:t>Oyewole Kikelomo Mercy</a:t>
            </a:r>
            <a:br>
              <a:rPr lang="en-US" sz="1200" dirty="0"/>
            </a:br>
            <a:r>
              <a:rPr lang="en-US" dirty="0"/>
              <a:t>                                                                                        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03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EB90C-4663-C51D-8756-E613DC77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Phishing?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AA34F9-BA5A-2EC1-5E54-0C3117BF93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206739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559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FAA85-710D-98D7-C1BD-50906BDE5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Common Types Of Phishing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663811-6A90-4A91-6313-D86BA8AB10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55406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48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7A962-E9AC-0E1C-0846-89B7E906B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Signs of Phishing Emails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6E4363-802D-9DF9-F4AD-AABD4E6253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943806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1787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0161A-90D2-74AB-C7AB-802336F7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Fake Websites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F6AC358-AA69-7755-D15D-52F74F4D6A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83901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488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659A7-6CD8-E516-1783-4AAFF718C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Social Engineering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A0F0D5-EBB0-22CA-60E5-AF6E4E5BAE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39338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0072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28126-06AD-FA5F-CC9E-33F6B131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Social Engineering Tactics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B93C86-93B6-B3B5-3D21-034464368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430618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3126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E0E12-21D3-D61C-1D5D-149C3A992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How to Avoid  Phishing Attacks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F4BA36-CB26-131B-461F-395CF21FB7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511807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0313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1026E-0948-0964-23D4-7F2B0A8F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Real-World 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DAE538-AD46-56CD-CFE1-875BCD0258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112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8085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4E77-8A5A-3F04-B659-46034B996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Quick Quiz</a:t>
            </a:r>
          </a:p>
        </p:txBody>
      </p:sp>
      <p:pic>
        <p:nvPicPr>
          <p:cNvPr id="5" name="Picture 4" descr="Question mark boxes">
            <a:extLst>
              <a:ext uri="{FF2B5EF4-FFF2-40B4-BE49-F238E27FC236}">
                <a16:creationId xmlns:a16="http://schemas.microsoft.com/office/drawing/2014/main" id="{287591B1-2816-2F48-1113-E66C16C1C8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33" r="16752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13F40-9E89-81DB-CBD0-F32C72177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600" b="1"/>
          </a:p>
          <a:p>
            <a:pPr marL="0" indent="0">
              <a:buNone/>
            </a:pPr>
            <a:r>
              <a:rPr lang="en-US" sz="1600" b="1"/>
              <a:t>Question:</a:t>
            </a:r>
            <a:br>
              <a:rPr lang="en-US" sz="1600"/>
            </a:br>
            <a:r>
              <a:rPr lang="en-US" sz="1600"/>
              <a:t>Which of these is a sign of phishing?</a:t>
            </a:r>
          </a:p>
          <a:p>
            <a:pPr marL="0" indent="0">
              <a:buNone/>
            </a:pPr>
            <a:r>
              <a:rPr lang="en-US" sz="1600"/>
              <a:t>A. Known sender</a:t>
            </a:r>
            <a:br>
              <a:rPr lang="en-US" sz="1600"/>
            </a:br>
            <a:r>
              <a:rPr lang="en-US" sz="1600"/>
              <a:t>B. Urgent message demanding action</a:t>
            </a:r>
            <a:br>
              <a:rPr lang="en-US" sz="1600"/>
            </a:br>
            <a:r>
              <a:rPr lang="en-US" sz="1600"/>
              <a:t>C. Secure website</a:t>
            </a:r>
            <a:br>
              <a:rPr lang="en-US" sz="1600"/>
            </a:br>
            <a:r>
              <a:rPr lang="en-US" sz="1600"/>
              <a:t>D. Professional email</a:t>
            </a:r>
          </a:p>
          <a:p>
            <a:pPr marL="0" indent="0">
              <a:buNone/>
            </a:pPr>
            <a:r>
              <a:rPr lang="en-US" sz="1600"/>
              <a:t>  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/>
              <a:t>                                                                                       Correct answer: B</a:t>
            </a:r>
          </a:p>
        </p:txBody>
      </p:sp>
    </p:spTree>
    <p:extLst>
      <p:ext uri="{BB962C8B-B14F-4D97-AF65-F5344CB8AC3E}">
        <p14:creationId xmlns:p14="http://schemas.microsoft.com/office/powerpoint/2010/main" val="73421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3CC9F-CF45-4A48-0FBD-659DECD8C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Conclusion</a:t>
            </a:r>
          </a:p>
        </p:txBody>
      </p:sp>
      <p:pic>
        <p:nvPicPr>
          <p:cNvPr id="15" name="Picture 14" descr="A wall painted with an arrow and a dartboard">
            <a:extLst>
              <a:ext uri="{FF2B5EF4-FFF2-40B4-BE49-F238E27FC236}">
                <a16:creationId xmlns:a16="http://schemas.microsoft.com/office/drawing/2014/main" id="{4E3D6C37-C3EF-FAFA-06BF-647D8D82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51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5BF0751-AA4F-8376-EBA6-B8D2C21B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anchor="t">
            <a:normAutofit/>
          </a:bodyPr>
          <a:lstStyle/>
          <a:p>
            <a:endParaRPr lang="en-US" sz="2000"/>
          </a:p>
          <a:p>
            <a:endParaRPr lang="en-US" sz="2000"/>
          </a:p>
          <a:p>
            <a:r>
              <a:rPr lang="en-US" sz="2000"/>
              <a:t>Phishing targets people, not systems</a:t>
            </a:r>
          </a:p>
          <a:p>
            <a:r>
              <a:rPr lang="en-US" sz="2000"/>
              <a:t>Awareness reduces risk</a:t>
            </a:r>
          </a:p>
          <a:p>
            <a:r>
              <a:rPr lang="en-US" sz="2000"/>
              <a:t>Always verify before clicking</a:t>
            </a:r>
          </a:p>
        </p:txBody>
      </p:sp>
    </p:spTree>
    <p:extLst>
      <p:ext uri="{BB962C8B-B14F-4D97-AF65-F5344CB8AC3E}">
        <p14:creationId xmlns:p14="http://schemas.microsoft.com/office/powerpoint/2010/main" val="2670136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269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Phishing Awareness Training</vt:lpstr>
      <vt:lpstr>What Is Phishing?</vt:lpstr>
      <vt:lpstr>Common Types Of Phishing</vt:lpstr>
      <vt:lpstr>Signs of Phishing Emails</vt:lpstr>
      <vt:lpstr>Fake Websites</vt:lpstr>
      <vt:lpstr>Social Engineering</vt:lpstr>
      <vt:lpstr>Social Engineering Tactics</vt:lpstr>
      <vt:lpstr>How to Avoid  Phishing Attacks</vt:lpstr>
      <vt:lpstr>Real-World Example</vt:lpstr>
      <vt:lpstr>Quick Quiz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Kikelomo Oyewole</dc:creator>
  <cp:lastModifiedBy>Kikelomo Oyewole</cp:lastModifiedBy>
  <cp:revision>1</cp:revision>
  <dcterms:created xsi:type="dcterms:W3CDTF">2026-01-17T18:38:47Z</dcterms:created>
  <dcterms:modified xsi:type="dcterms:W3CDTF">2026-01-18T19:45:01Z</dcterms:modified>
</cp:coreProperties>
</file>